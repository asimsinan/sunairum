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1 Placeholder"/>
          <p:cNvSpPr>
            <a:spLocks noGrp="1"/>
          </p:cNvSpPr>
          <p:nvPr>
            <p:ph type="title" idx="1"/>
          </p:nvPr>
        </p:nvSpPr>
        <p:spPr>
          <a:xfrm>
            <a:off x="381000" y="2177606"/>
            <a:ext cx="547249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381000" y="2863406"/>
            <a:ext cx="5505450" cy="1150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badge_initials-slot-3 Placeholder"/>
          <p:cNvSpPr>
            <a:spLocks noGrp="1"/>
          </p:cNvSpPr>
          <p:nvPr>
            <p:ph type="body" idx="3"/>
          </p:nvPr>
        </p:nvSpPr>
        <p:spPr>
          <a:xfrm>
            <a:off x="381000" y="4229195"/>
            <a:ext cx="4000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card_primary_text-slot-4 Placeholder"/>
          <p:cNvSpPr>
            <a:spLocks noGrp="1"/>
          </p:cNvSpPr>
          <p:nvPr>
            <p:ph type="body" idx="4"/>
          </p:nvPr>
        </p:nvSpPr>
        <p:spPr>
          <a:xfrm>
            <a:off x="914400" y="4229195"/>
            <a:ext cx="255860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secondary_text-slot-5 Placeholder"/>
          <p:cNvSpPr>
            <a:spLocks noGrp="1"/>
          </p:cNvSpPr>
          <p:nvPr>
            <p:ph type="body" idx="5"/>
          </p:nvPr>
        </p:nvSpPr>
        <p:spPr>
          <a:xfrm>
            <a:off x="914400" y="4457795"/>
            <a:ext cx="2557367" cy="200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1 Placeholder"/>
          <p:cNvSpPr>
            <a:spLocks noGrp="1"/>
          </p:cNvSpPr>
          <p:nvPr>
            <p:ph type="pic" idx="6"/>
          </p:nvPr>
        </p:nvSpPr>
        <p:spPr>
          <a:xfrm>
            <a:off x="6690455" y="609600"/>
            <a:ext cx="5120545" cy="5638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318217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large_heading-slot-1 Placeholder"/>
          <p:cNvSpPr>
            <a:spLocks noGrp="1"/>
          </p:cNvSpPr>
          <p:nvPr>
            <p:ph type="title" idx="1"/>
          </p:nvPr>
        </p:nvSpPr>
        <p:spPr>
          <a:xfrm>
            <a:off x="628650" y="1545431"/>
            <a:ext cx="4834795" cy="9645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641699" y="2736247"/>
            <a:ext cx="4895850" cy="1671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2 Placeholder"/>
          <p:cNvSpPr>
            <a:spLocks noGrp="1"/>
          </p:cNvSpPr>
          <p:nvPr>
            <p:ph type="pic" idx="3"/>
          </p:nvPr>
        </p:nvSpPr>
        <p:spPr>
          <a:xfrm>
            <a:off x="7253288" y="845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6452044" y="1378744"/>
            <a:ext cx="2125123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ctr"/>
            <a:r>
              <a:rPr lang="en-US" sz="135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caption-slot-5 Placeholder"/>
          <p:cNvSpPr>
            <a:spLocks noGrp="1"/>
          </p:cNvSpPr>
          <p:nvPr>
            <p:ph type="body" idx="5"/>
          </p:nvPr>
        </p:nvSpPr>
        <p:spPr>
          <a:xfrm>
            <a:off x="6286500" y="1797844"/>
            <a:ext cx="2409825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3 Placeholder"/>
          <p:cNvSpPr>
            <a:spLocks noGrp="1"/>
          </p:cNvSpPr>
          <p:nvPr>
            <p:ph type="pic" idx="6"/>
          </p:nvPr>
        </p:nvSpPr>
        <p:spPr>
          <a:xfrm>
            <a:off x="9986962" y="845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9080944" y="1378744"/>
            <a:ext cx="224304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ctr"/>
            <a:r>
              <a:rPr lang="en-US" sz="135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caption-slot-8 Placeholder"/>
          <p:cNvSpPr>
            <a:spLocks noGrp="1"/>
          </p:cNvSpPr>
          <p:nvPr>
            <p:ph type="body" idx="8"/>
          </p:nvPr>
        </p:nvSpPr>
        <p:spPr>
          <a:xfrm>
            <a:off x="9098756" y="1797844"/>
            <a:ext cx="2288381" cy="497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443776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ection_heading-slot-1 Placeholder"/>
          <p:cNvSpPr>
            <a:spLocks noGrp="1"/>
          </p:cNvSpPr>
          <p:nvPr>
            <p:ph type="title" idx="1"/>
          </p:nvPr>
        </p:nvSpPr>
        <p:spPr>
          <a:xfrm>
            <a:off x="609600" y="1621631"/>
            <a:ext cx="4878514" cy="9645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body_paragraph-slot-2 Placeholder"/>
          <p:cNvSpPr>
            <a:spLocks noGrp="1"/>
          </p:cNvSpPr>
          <p:nvPr>
            <p:ph type="body" idx="2"/>
          </p:nvPr>
        </p:nvSpPr>
        <p:spPr>
          <a:xfrm>
            <a:off x="609600" y="2851690"/>
            <a:ext cx="4895850" cy="16716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4 Placeholder"/>
          <p:cNvSpPr>
            <a:spLocks noGrp="1"/>
          </p:cNvSpPr>
          <p:nvPr>
            <p:ph type="pic" idx="3"/>
          </p:nvPr>
        </p:nvSpPr>
        <p:spPr>
          <a:xfrm>
            <a:off x="6896100" y="6191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7543800" y="619125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card_description-slot-5 Placeholder"/>
          <p:cNvSpPr>
            <a:spLocks noGrp="1"/>
          </p:cNvSpPr>
          <p:nvPr>
            <p:ph type="body" idx="5"/>
          </p:nvPr>
        </p:nvSpPr>
        <p:spPr>
          <a:xfrm>
            <a:off x="7543800" y="923925"/>
            <a:ext cx="38671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mage-slot-5 Placeholder"/>
          <p:cNvSpPr>
            <a:spLocks noGrp="1"/>
          </p:cNvSpPr>
          <p:nvPr>
            <p:ph type="pic" idx="6"/>
          </p:nvPr>
        </p:nvSpPr>
        <p:spPr>
          <a:xfrm>
            <a:off x="6896100" y="2043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7543800" y="2043112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description-slot-8 Placeholder"/>
          <p:cNvSpPr>
            <a:spLocks noGrp="1"/>
          </p:cNvSpPr>
          <p:nvPr>
            <p:ph type="body" idx="8"/>
          </p:nvPr>
        </p:nvSpPr>
        <p:spPr>
          <a:xfrm>
            <a:off x="7543800" y="2347912"/>
            <a:ext cx="38671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image-slot-6 Placeholder"/>
          <p:cNvSpPr>
            <a:spLocks noGrp="1"/>
          </p:cNvSpPr>
          <p:nvPr>
            <p:ph type="pic" idx="9"/>
          </p:nvPr>
        </p:nvSpPr>
        <p:spPr>
          <a:xfrm>
            <a:off x="6896100" y="34671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1" name="presenton-card_title-slot-10 Placeholder"/>
          <p:cNvSpPr>
            <a:spLocks noGrp="1"/>
          </p:cNvSpPr>
          <p:nvPr>
            <p:ph type="title" idx="10"/>
          </p:nvPr>
        </p:nvSpPr>
        <p:spPr>
          <a:xfrm>
            <a:off x="7543800" y="3467100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card_description-slot-11 Placeholder"/>
          <p:cNvSpPr>
            <a:spLocks noGrp="1"/>
          </p:cNvSpPr>
          <p:nvPr>
            <p:ph type="body" idx="11"/>
          </p:nvPr>
        </p:nvSpPr>
        <p:spPr>
          <a:xfrm>
            <a:off x="7543800" y="3771900"/>
            <a:ext cx="38671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image-slot-7 Placeholder"/>
          <p:cNvSpPr>
            <a:spLocks noGrp="1"/>
          </p:cNvSpPr>
          <p:nvPr>
            <p:ph type="pic" idx="12"/>
          </p:nvPr>
        </p:nvSpPr>
        <p:spPr>
          <a:xfrm>
            <a:off x="6896100" y="4891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4" name="presenton-card_title-slot-13 Placeholder"/>
          <p:cNvSpPr>
            <a:spLocks noGrp="1"/>
          </p:cNvSpPr>
          <p:nvPr>
            <p:ph type="title" idx="13"/>
          </p:nvPr>
        </p:nvSpPr>
        <p:spPr>
          <a:xfrm>
            <a:off x="7543800" y="4891088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card_description-slot-14 Placeholder"/>
          <p:cNvSpPr>
            <a:spLocks noGrp="1"/>
          </p:cNvSpPr>
          <p:nvPr>
            <p:ph type="body" idx="14"/>
          </p:nvPr>
        </p:nvSpPr>
        <p:spPr>
          <a:xfrm>
            <a:off x="7543800" y="5195888"/>
            <a:ext cx="38671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54693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primary_heading-slot-1 Placeholder"/>
          <p:cNvSpPr>
            <a:spLocks noGrp="1"/>
          </p:cNvSpPr>
          <p:nvPr>
            <p:ph type="title" idx="1"/>
          </p:nvPr>
        </p:nvSpPr>
        <p:spPr>
          <a:xfrm>
            <a:off x="675037" y="2140553"/>
            <a:ext cx="4524375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paragraph-slot-2 Placeholder"/>
          <p:cNvSpPr>
            <a:spLocks noGrp="1"/>
          </p:cNvSpPr>
          <p:nvPr>
            <p:ph type="body" idx="2"/>
          </p:nvPr>
        </p:nvSpPr>
        <p:spPr>
          <a:xfrm>
            <a:off x="675037" y="3435953"/>
            <a:ext cx="4524375" cy="13338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8946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635794" y="1058228"/>
            <a:ext cx="4524375" cy="1069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paragraph-slot-2 Placeholder"/>
          <p:cNvSpPr>
            <a:spLocks noGrp="1"/>
          </p:cNvSpPr>
          <p:nvPr>
            <p:ph type="body" idx="2"/>
          </p:nvPr>
        </p:nvSpPr>
        <p:spPr>
          <a:xfrm>
            <a:off x="5876925" y="300038"/>
            <a:ext cx="55054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58726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8 Placeholder"/>
          <p:cNvSpPr>
            <a:spLocks noGrp="1"/>
          </p:cNvSpPr>
          <p:nvPr>
            <p:ph type="pic" idx="1"/>
          </p:nvPr>
        </p:nvSpPr>
        <p:spPr>
          <a:xfrm>
            <a:off x="609600" y="1447800"/>
            <a:ext cx="48768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stack_heading-slot-2 Placeholder"/>
          <p:cNvSpPr>
            <a:spLocks noGrp="1"/>
          </p:cNvSpPr>
          <p:nvPr>
            <p:ph type="title" idx="2"/>
          </p:nvPr>
        </p:nvSpPr>
        <p:spPr>
          <a:xfrm>
            <a:off x="6692551" y="1193102"/>
            <a:ext cx="4895850" cy="1221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tack_body-slot-3 Placeholder"/>
          <p:cNvSpPr>
            <a:spLocks noGrp="1"/>
          </p:cNvSpPr>
          <p:nvPr>
            <p:ph type="body" idx="3"/>
          </p:nvPr>
        </p:nvSpPr>
        <p:spPr>
          <a:xfrm>
            <a:off x="6692551" y="2519458"/>
            <a:ext cx="4895850" cy="27860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773656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609600" y="762000"/>
            <a:ext cx="10991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9 Placeholder"/>
          <p:cNvSpPr>
            <a:spLocks noGrp="1"/>
          </p:cNvSpPr>
          <p:nvPr>
            <p:ph type="pic" idx="2"/>
          </p:nvPr>
        </p:nvSpPr>
        <p:spPr>
          <a:xfrm>
            <a:off x="3657600" y="2133600"/>
            <a:ext cx="22860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image-slot-10 Placeholder"/>
          <p:cNvSpPr>
            <a:spLocks noGrp="1"/>
          </p:cNvSpPr>
          <p:nvPr>
            <p:ph type="pic" idx="3"/>
          </p:nvPr>
        </p:nvSpPr>
        <p:spPr>
          <a:xfrm>
            <a:off x="1066800" y="4248150"/>
            <a:ext cx="22860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upper_text_heading-slot-4 Placeholder"/>
          <p:cNvSpPr>
            <a:spLocks noGrp="1"/>
          </p:cNvSpPr>
          <p:nvPr>
            <p:ph type="title" idx="4"/>
          </p:nvPr>
        </p:nvSpPr>
        <p:spPr>
          <a:xfrm>
            <a:off x="1257300" y="2458593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upper_text_body-slot-5 Placeholder"/>
          <p:cNvSpPr>
            <a:spLocks noGrp="1"/>
          </p:cNvSpPr>
          <p:nvPr>
            <p:ph type="body" idx="5"/>
          </p:nvPr>
        </p:nvSpPr>
        <p:spPr>
          <a:xfrm>
            <a:off x="1257300" y="2839593"/>
            <a:ext cx="1924050" cy="1083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lower_text_heading-slot-6 Placeholder"/>
          <p:cNvSpPr>
            <a:spLocks noGrp="1"/>
          </p:cNvSpPr>
          <p:nvPr>
            <p:ph type="title" idx="6"/>
          </p:nvPr>
        </p:nvSpPr>
        <p:spPr>
          <a:xfrm>
            <a:off x="3874198" y="4295870"/>
            <a:ext cx="1924050" cy="2975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lower_text_body-slot-7 Placeholder"/>
          <p:cNvSpPr>
            <a:spLocks noGrp="1"/>
          </p:cNvSpPr>
          <p:nvPr>
            <p:ph type="body" idx="7"/>
          </p:nvPr>
        </p:nvSpPr>
        <p:spPr>
          <a:xfrm>
            <a:off x="3848100" y="4668393"/>
            <a:ext cx="1924050" cy="1083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image-slot-11 Placeholder"/>
          <p:cNvSpPr>
            <a:spLocks noGrp="1"/>
          </p:cNvSpPr>
          <p:nvPr>
            <p:ph type="pic" idx="8"/>
          </p:nvPr>
        </p:nvSpPr>
        <p:spPr>
          <a:xfrm>
            <a:off x="8839200" y="2133600"/>
            <a:ext cx="22860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0" name="presenton-image-slot-12 Placeholder"/>
          <p:cNvSpPr>
            <a:spLocks noGrp="1"/>
          </p:cNvSpPr>
          <p:nvPr>
            <p:ph type="pic" idx="9"/>
          </p:nvPr>
        </p:nvSpPr>
        <p:spPr>
          <a:xfrm>
            <a:off x="6248400" y="4248150"/>
            <a:ext cx="22860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1" name="presenton-upper_text_heading-slot-10 Placeholder"/>
          <p:cNvSpPr>
            <a:spLocks noGrp="1"/>
          </p:cNvSpPr>
          <p:nvPr>
            <p:ph type="title" idx="10"/>
          </p:nvPr>
        </p:nvSpPr>
        <p:spPr>
          <a:xfrm>
            <a:off x="6438900" y="2458593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upper_text_body-slot-11 Placeholder"/>
          <p:cNvSpPr>
            <a:spLocks noGrp="1"/>
          </p:cNvSpPr>
          <p:nvPr>
            <p:ph type="body" idx="11"/>
          </p:nvPr>
        </p:nvSpPr>
        <p:spPr>
          <a:xfrm>
            <a:off x="6438900" y="2839593"/>
            <a:ext cx="1924050" cy="1083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lower_text_heading-slot-12 Placeholder"/>
          <p:cNvSpPr>
            <a:spLocks noGrp="1"/>
          </p:cNvSpPr>
          <p:nvPr>
            <p:ph type="title" idx="12"/>
          </p:nvPr>
        </p:nvSpPr>
        <p:spPr>
          <a:xfrm>
            <a:off x="9068943" y="4217289"/>
            <a:ext cx="1924050" cy="336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4" name="presenton-lower_text_body-slot-13 Placeholder"/>
          <p:cNvSpPr>
            <a:spLocks noGrp="1"/>
          </p:cNvSpPr>
          <p:nvPr>
            <p:ph type="body" idx="13"/>
          </p:nvPr>
        </p:nvSpPr>
        <p:spPr>
          <a:xfrm>
            <a:off x="9029700" y="4668393"/>
            <a:ext cx="1924050" cy="10834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407121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ection_heading-slot-1 Placeholder"/>
          <p:cNvSpPr>
            <a:spLocks noGrp="1"/>
          </p:cNvSpPr>
          <p:nvPr>
            <p:ph type="title" idx="1"/>
          </p:nvPr>
        </p:nvSpPr>
        <p:spPr>
          <a:xfrm>
            <a:off x="609600" y="1162050"/>
            <a:ext cx="10920794" cy="6214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13 Placeholder"/>
          <p:cNvSpPr>
            <a:spLocks noGrp="1"/>
          </p:cNvSpPr>
          <p:nvPr>
            <p:ph type="pic" idx="2"/>
          </p:nvPr>
        </p:nvSpPr>
        <p:spPr>
          <a:xfrm>
            <a:off x="838200" y="2609850"/>
            <a:ext cx="211455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card_title-slot-3 Placeholder"/>
          <p:cNvSpPr>
            <a:spLocks noGrp="1"/>
          </p:cNvSpPr>
          <p:nvPr>
            <p:ph type="title" idx="3"/>
          </p:nvPr>
        </p:nvSpPr>
        <p:spPr>
          <a:xfrm>
            <a:off x="838200" y="4286250"/>
            <a:ext cx="2114550" cy="450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ctr"/>
            <a:r>
              <a:rPr lang="en-US" sz="13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4 Placeholder"/>
          <p:cNvSpPr>
            <a:spLocks noGrp="1"/>
          </p:cNvSpPr>
          <p:nvPr>
            <p:ph type="body" idx="4"/>
          </p:nvPr>
        </p:nvSpPr>
        <p:spPr>
          <a:xfrm>
            <a:off x="825151" y="4813840"/>
            <a:ext cx="2133600" cy="991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image-slot-14 Placeholder"/>
          <p:cNvSpPr>
            <a:spLocks noGrp="1"/>
          </p:cNvSpPr>
          <p:nvPr>
            <p:ph type="pic" idx="5"/>
          </p:nvPr>
        </p:nvSpPr>
        <p:spPr>
          <a:xfrm>
            <a:off x="3638550" y="2609850"/>
            <a:ext cx="211455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resenton-card_title-slot-6 Placeholder"/>
          <p:cNvSpPr>
            <a:spLocks noGrp="1"/>
          </p:cNvSpPr>
          <p:nvPr>
            <p:ph type="title" idx="6"/>
          </p:nvPr>
        </p:nvSpPr>
        <p:spPr>
          <a:xfrm>
            <a:off x="3638550" y="4286250"/>
            <a:ext cx="2114550" cy="476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ctr"/>
            <a:r>
              <a:rPr lang="en-US" sz="13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card_body-slot-7 Placeholder"/>
          <p:cNvSpPr>
            <a:spLocks noGrp="1"/>
          </p:cNvSpPr>
          <p:nvPr>
            <p:ph type="body" idx="7"/>
          </p:nvPr>
        </p:nvSpPr>
        <p:spPr>
          <a:xfrm>
            <a:off x="3638550" y="4813840"/>
            <a:ext cx="2133600" cy="1044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796510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ection_heading-slot-1 Placeholder"/>
          <p:cNvSpPr>
            <a:spLocks noGrp="1"/>
          </p:cNvSpPr>
          <p:nvPr>
            <p:ph type="title" idx="1"/>
          </p:nvPr>
        </p:nvSpPr>
        <p:spPr>
          <a:xfrm>
            <a:off x="609600" y="607219"/>
            <a:ext cx="4981099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15 Placeholder"/>
          <p:cNvSpPr>
            <a:spLocks noGrp="1"/>
          </p:cNvSpPr>
          <p:nvPr>
            <p:ph type="pic" idx="2"/>
          </p:nvPr>
        </p:nvSpPr>
        <p:spPr>
          <a:xfrm>
            <a:off x="609600" y="1483519"/>
            <a:ext cx="4962049" cy="2095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supporting_paragraph-slot-3 Placeholder"/>
          <p:cNvSpPr>
            <a:spLocks noGrp="1"/>
          </p:cNvSpPr>
          <p:nvPr>
            <p:ph type="body" idx="3"/>
          </p:nvPr>
        </p:nvSpPr>
        <p:spPr>
          <a:xfrm>
            <a:off x="609600" y="3883819"/>
            <a:ext cx="4895850" cy="13001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label-slot-4 Placeholder"/>
          <p:cNvSpPr>
            <a:spLocks noGrp="1"/>
          </p:cNvSpPr>
          <p:nvPr>
            <p:ph type="body" idx="4"/>
          </p:nvPr>
        </p:nvSpPr>
        <p:spPr>
          <a:xfrm>
            <a:off x="6226492" y="601408"/>
            <a:ext cx="1963198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etric_value-slot-5 Placeholder"/>
          <p:cNvSpPr>
            <a:spLocks noGrp="1"/>
          </p:cNvSpPr>
          <p:nvPr>
            <p:ph type="body" idx="5"/>
          </p:nvPr>
        </p:nvSpPr>
        <p:spPr>
          <a:xfrm>
            <a:off x="6112192" y="906208"/>
            <a:ext cx="5724811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etric_description-slot-6 Placeholder"/>
          <p:cNvSpPr>
            <a:spLocks noGrp="1"/>
          </p:cNvSpPr>
          <p:nvPr>
            <p:ph type="body" idx="6"/>
          </p:nvPr>
        </p:nvSpPr>
        <p:spPr>
          <a:xfrm>
            <a:off x="6112192" y="1211008"/>
            <a:ext cx="5724811" cy="497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etric_label-slot-7 Placeholder"/>
          <p:cNvSpPr>
            <a:spLocks noGrp="1"/>
          </p:cNvSpPr>
          <p:nvPr>
            <p:ph type="body" idx="7"/>
          </p:nvPr>
        </p:nvSpPr>
        <p:spPr>
          <a:xfrm>
            <a:off x="6226492" y="1996821"/>
            <a:ext cx="2432018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metric_value-slot-8 Placeholder"/>
          <p:cNvSpPr>
            <a:spLocks noGrp="1"/>
          </p:cNvSpPr>
          <p:nvPr>
            <p:ph type="body" idx="8"/>
          </p:nvPr>
        </p:nvSpPr>
        <p:spPr>
          <a:xfrm>
            <a:off x="6112192" y="2301621"/>
            <a:ext cx="5724811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metric_description-slot-9 Placeholder"/>
          <p:cNvSpPr>
            <a:spLocks noGrp="1"/>
          </p:cNvSpPr>
          <p:nvPr>
            <p:ph type="body" idx="9"/>
          </p:nvPr>
        </p:nvSpPr>
        <p:spPr>
          <a:xfrm>
            <a:off x="6112192" y="2606421"/>
            <a:ext cx="5724811" cy="6156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893925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Moder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er_text-slot-1 Placeholder"/>
          <p:cNvSpPr>
            <a:spLocks noGrp="1"/>
          </p:cNvSpPr>
          <p:nvPr>
            <p:ph type="body" idx="1"/>
          </p:nvPr>
        </p:nvSpPr>
        <p:spPr>
          <a:xfrm>
            <a:off x="609600" y="762000"/>
            <a:ext cx="10991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" name="presenton-badge_number-slot-2 Placeholder"/>
          <p:cNvSpPr>
            <a:spLocks noGrp="1"/>
          </p:cNvSpPr>
          <p:nvPr>
            <p:ph type="body" idx="2"/>
          </p:nvPr>
        </p:nvSpPr>
        <p:spPr>
          <a:xfrm>
            <a:off x="609600" y="192014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entry_title-slot-3 Placeholder"/>
          <p:cNvSpPr>
            <a:spLocks noGrp="1"/>
          </p:cNvSpPr>
          <p:nvPr>
            <p:ph type="title" idx="3"/>
          </p:nvPr>
        </p:nvSpPr>
        <p:spPr>
          <a:xfrm>
            <a:off x="1143000" y="1920145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entry_description-slot-4 Placeholder"/>
          <p:cNvSpPr>
            <a:spLocks noGrp="1"/>
          </p:cNvSpPr>
          <p:nvPr>
            <p:ph type="body" idx="4"/>
          </p:nvPr>
        </p:nvSpPr>
        <p:spPr>
          <a:xfrm>
            <a:off x="1143000" y="2224945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badge_number-slot-5 Placeholder"/>
          <p:cNvSpPr>
            <a:spLocks noGrp="1"/>
          </p:cNvSpPr>
          <p:nvPr>
            <p:ph type="body" idx="5"/>
          </p:nvPr>
        </p:nvSpPr>
        <p:spPr>
          <a:xfrm>
            <a:off x="6096000" y="1920145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entry_title-slot-6 Placeholder"/>
          <p:cNvSpPr>
            <a:spLocks noGrp="1"/>
          </p:cNvSpPr>
          <p:nvPr>
            <p:ph type="title" idx="6"/>
          </p:nvPr>
        </p:nvSpPr>
        <p:spPr>
          <a:xfrm>
            <a:off x="6629400" y="1920145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entry_description-slot-7 Placeholder"/>
          <p:cNvSpPr>
            <a:spLocks noGrp="1"/>
          </p:cNvSpPr>
          <p:nvPr>
            <p:ph type="body" idx="7"/>
          </p:nvPr>
        </p:nvSpPr>
        <p:spPr>
          <a:xfrm>
            <a:off x="6629400" y="2224945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badge_number-slot-8 Placeholder"/>
          <p:cNvSpPr>
            <a:spLocks noGrp="1"/>
          </p:cNvSpPr>
          <p:nvPr>
            <p:ph type="body" idx="8"/>
          </p:nvPr>
        </p:nvSpPr>
        <p:spPr>
          <a:xfrm>
            <a:off x="609600" y="2822638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entry_title-slot-9 Placeholder"/>
          <p:cNvSpPr>
            <a:spLocks noGrp="1"/>
          </p:cNvSpPr>
          <p:nvPr>
            <p:ph type="title" idx="9"/>
          </p:nvPr>
        </p:nvSpPr>
        <p:spPr>
          <a:xfrm>
            <a:off x="1143000" y="2822638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entry_description-slot-10 Placeholder"/>
          <p:cNvSpPr>
            <a:spLocks noGrp="1"/>
          </p:cNvSpPr>
          <p:nvPr>
            <p:ph type="body" idx="10"/>
          </p:nvPr>
        </p:nvSpPr>
        <p:spPr>
          <a:xfrm>
            <a:off x="1143000" y="3127438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badge_number-slot-11 Placeholder"/>
          <p:cNvSpPr>
            <a:spLocks noGrp="1"/>
          </p:cNvSpPr>
          <p:nvPr>
            <p:ph type="body" idx="11"/>
          </p:nvPr>
        </p:nvSpPr>
        <p:spPr>
          <a:xfrm>
            <a:off x="6096000" y="2822638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entry_title-slot-12 Placeholder"/>
          <p:cNvSpPr>
            <a:spLocks noGrp="1"/>
          </p:cNvSpPr>
          <p:nvPr>
            <p:ph type="title" idx="12"/>
          </p:nvPr>
        </p:nvSpPr>
        <p:spPr>
          <a:xfrm>
            <a:off x="6629400" y="2822638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4" name="presenton-entry_description-slot-13 Placeholder"/>
          <p:cNvSpPr>
            <a:spLocks noGrp="1"/>
          </p:cNvSpPr>
          <p:nvPr>
            <p:ph type="body" idx="13"/>
          </p:nvPr>
        </p:nvSpPr>
        <p:spPr>
          <a:xfrm>
            <a:off x="6629400" y="3127438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presenton-badge_number-slot-14 Placeholder"/>
          <p:cNvSpPr>
            <a:spLocks noGrp="1"/>
          </p:cNvSpPr>
          <p:nvPr>
            <p:ph type="body" idx="14"/>
          </p:nvPr>
        </p:nvSpPr>
        <p:spPr>
          <a:xfrm>
            <a:off x="609600" y="3725132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entry_title-slot-15 Placeholder"/>
          <p:cNvSpPr>
            <a:spLocks noGrp="1"/>
          </p:cNvSpPr>
          <p:nvPr>
            <p:ph type="title" idx="15"/>
          </p:nvPr>
        </p:nvSpPr>
        <p:spPr>
          <a:xfrm>
            <a:off x="1143000" y="3725132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7" name="presenton-entry_description-slot-16 Placeholder"/>
          <p:cNvSpPr>
            <a:spLocks noGrp="1"/>
          </p:cNvSpPr>
          <p:nvPr>
            <p:ph type="body" idx="16"/>
          </p:nvPr>
        </p:nvSpPr>
        <p:spPr>
          <a:xfrm>
            <a:off x="1143000" y="4029932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presenton-badge_number-slot-17 Placeholder"/>
          <p:cNvSpPr>
            <a:spLocks noGrp="1"/>
          </p:cNvSpPr>
          <p:nvPr>
            <p:ph type="body" idx="17"/>
          </p:nvPr>
        </p:nvSpPr>
        <p:spPr>
          <a:xfrm>
            <a:off x="6096000" y="3725132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entry_title-slot-18 Placeholder"/>
          <p:cNvSpPr>
            <a:spLocks noGrp="1"/>
          </p:cNvSpPr>
          <p:nvPr>
            <p:ph type="title" idx="18"/>
          </p:nvPr>
        </p:nvSpPr>
        <p:spPr>
          <a:xfrm>
            <a:off x="6629400" y="3725132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20" name="presenton-entry_description-slot-19 Placeholder"/>
          <p:cNvSpPr>
            <a:spLocks noGrp="1"/>
          </p:cNvSpPr>
          <p:nvPr>
            <p:ph type="body" idx="19"/>
          </p:nvPr>
        </p:nvSpPr>
        <p:spPr>
          <a:xfrm>
            <a:off x="6629400" y="4029932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1" name="presenton-badge_number-slot-20 Placeholder"/>
          <p:cNvSpPr>
            <a:spLocks noGrp="1"/>
          </p:cNvSpPr>
          <p:nvPr>
            <p:ph type="body" idx="20"/>
          </p:nvPr>
        </p:nvSpPr>
        <p:spPr>
          <a:xfrm>
            <a:off x="609600" y="4627626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2" name="presenton-entry_title-slot-21 Placeholder"/>
          <p:cNvSpPr>
            <a:spLocks noGrp="1"/>
          </p:cNvSpPr>
          <p:nvPr>
            <p:ph type="title" idx="21"/>
          </p:nvPr>
        </p:nvSpPr>
        <p:spPr>
          <a:xfrm>
            <a:off x="1143000" y="4627626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23" name="presenton-entry_description-slot-22 Placeholder"/>
          <p:cNvSpPr>
            <a:spLocks noGrp="1"/>
          </p:cNvSpPr>
          <p:nvPr>
            <p:ph type="body" idx="22"/>
          </p:nvPr>
        </p:nvSpPr>
        <p:spPr>
          <a:xfrm>
            <a:off x="1143000" y="4932426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4" name="presenton-badge_number-slot-23 Placeholder"/>
          <p:cNvSpPr>
            <a:spLocks noGrp="1"/>
          </p:cNvSpPr>
          <p:nvPr>
            <p:ph type="body" idx="23"/>
          </p:nvPr>
        </p:nvSpPr>
        <p:spPr>
          <a:xfrm>
            <a:off x="6096000" y="4627626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5" name="presenton-entry_title-slot-24 Placeholder"/>
          <p:cNvSpPr>
            <a:spLocks noGrp="1"/>
          </p:cNvSpPr>
          <p:nvPr>
            <p:ph type="title" idx="24"/>
          </p:nvPr>
        </p:nvSpPr>
        <p:spPr>
          <a:xfrm>
            <a:off x="6629400" y="4627626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26" name="presenton-entry_description-slot-25 Placeholder"/>
          <p:cNvSpPr>
            <a:spLocks noGrp="1"/>
          </p:cNvSpPr>
          <p:nvPr>
            <p:ph type="body" idx="25"/>
          </p:nvPr>
        </p:nvSpPr>
        <p:spPr>
          <a:xfrm>
            <a:off x="6629400" y="4932426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7" name="presenton-badge_number-slot-26 Placeholder"/>
          <p:cNvSpPr>
            <a:spLocks noGrp="1"/>
          </p:cNvSpPr>
          <p:nvPr>
            <p:ph type="body" idx="26"/>
          </p:nvPr>
        </p:nvSpPr>
        <p:spPr>
          <a:xfrm>
            <a:off x="609600" y="553012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8" name="presenton-entry_title-slot-27 Placeholder"/>
          <p:cNvSpPr>
            <a:spLocks noGrp="1"/>
          </p:cNvSpPr>
          <p:nvPr>
            <p:ph type="title" idx="27"/>
          </p:nvPr>
        </p:nvSpPr>
        <p:spPr>
          <a:xfrm>
            <a:off x="1143000" y="5530120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29" name="presenton-entry_description-slot-28 Placeholder"/>
          <p:cNvSpPr>
            <a:spLocks noGrp="1"/>
          </p:cNvSpPr>
          <p:nvPr>
            <p:ph type="body" idx="28"/>
          </p:nvPr>
        </p:nvSpPr>
        <p:spPr>
          <a:xfrm>
            <a:off x="1143000" y="5834920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0" name="presenton-badge_number-slot-29 Placeholder"/>
          <p:cNvSpPr>
            <a:spLocks noGrp="1"/>
          </p:cNvSpPr>
          <p:nvPr>
            <p:ph type="body" idx="29"/>
          </p:nvPr>
        </p:nvSpPr>
        <p:spPr>
          <a:xfrm>
            <a:off x="6096000" y="553012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1" name="presenton-entry_title-slot-30 Placeholder"/>
          <p:cNvSpPr>
            <a:spLocks noGrp="1"/>
          </p:cNvSpPr>
          <p:nvPr>
            <p:ph type="title" idx="30"/>
          </p:nvPr>
        </p:nvSpPr>
        <p:spPr>
          <a:xfrm>
            <a:off x="6629400" y="5530120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2" name="presenton-entry_description-slot-31 Placeholder"/>
          <p:cNvSpPr>
            <a:spLocks noGrp="1"/>
          </p:cNvSpPr>
          <p:nvPr>
            <p:ph type="body" idx="31"/>
          </p:nvPr>
        </p:nvSpPr>
        <p:spPr>
          <a:xfrm>
            <a:off x="6629400" y="5834920"/>
            <a:ext cx="4552950" cy="21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3" name="presenton-text_8-slot-32 Placeholder"/>
          <p:cNvSpPr>
            <a:spLocks noGrp="1"/>
          </p:cNvSpPr>
          <p:nvPr>
            <p:ph type="body" idx="32"/>
          </p:nvPr>
        </p:nvSpPr>
        <p:spPr>
          <a:xfrm>
            <a:off x="342900" y="342900"/>
            <a:ext cx="24765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250704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on Moder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7ca0c75f9e0b9e1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7f434cc2d0ea881b.svg"/>
  <Relationship Id="rId3" Type="http://schemas.openxmlformats.org/officeDocument/2006/relationships/image" Target="../media/image_7f434cc2d0ea881b.sv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7f434cc2d0ea881b.svg"/>
  <Relationship Id="rId3" Type="http://schemas.openxmlformats.org/officeDocument/2006/relationships/image" Target="../media/image_7f434cc2d0ea881b.svg"/>
  <Relationship Id="rId4" Type="http://schemas.openxmlformats.org/officeDocument/2006/relationships/image" Target="../media/image_7f434cc2d0ea881b.svg"/>
  <Relationship Id="rId5" Type="http://schemas.openxmlformats.org/officeDocument/2006/relationships/image" Target="../media/image_7f434cc2d0ea881b.sv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27ca0c75f9e0b9e1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27ca0c75f9e0b9e1.png"/>
  <Relationship Id="rId5" Type="http://schemas.openxmlformats.org/officeDocument/2006/relationships/image" Target="../media/image_27ca0c75f9e0b9e1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27ca0c75f9e0b9e1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27ca0c75f9e0b9e1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primary_heading-slot-1 Placeholder Carrier"/>
          <p:cNvSpPr txBox="1"/>
          <p:nvPr>
            <p:ph type="title" idx="1"/>
          </p:nvPr>
        </p:nvSpPr>
        <p:spPr>
          <a:xfrm>
            <a:off x="362712" y="2246186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olygon 5"/>
          <p:cNvSpPr/>
          <p:nvPr/>
        </p:nvSpPr>
        <p:spPr>
          <a:xfrm>
            <a:off x="381000" y="2672906"/>
            <a:ext cx="1305782" cy="38100"/>
          </a:xfrm>
          <a:custGeom>
            <a:avLst/>
            <a:gdLst/>
            <a:ahLst/>
            <a:cxnLst/>
            <a:rect l="l" t="t" r="r" b="b"/>
            <a:pathLst>
              <a:path w="1305782" h="38100">
                <a:moveTo>
                  <a:pt x="0" y="0"/>
                </a:moveTo>
                <a:lnTo>
                  <a:pt x="1305782" y="0"/>
                </a:lnTo>
                <a:lnTo>
                  <a:pt x="1305782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presenton-supporting_paragraph-slot-2 Placeholder Carrier"/>
          <p:cNvSpPr txBox="1"/>
          <p:nvPr>
            <p:ph type="body" idx="2"/>
          </p:nvPr>
        </p:nvSpPr>
        <p:spPr>
          <a:xfrm>
            <a:off x="374142" y="2889123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4229195"/>
            <a:ext cx="3542157" cy="752475"/>
          </a:xfrm>
          <a:prstGeom prst="roundRect">
            <a:avLst>
              <a:gd name="adj" fmla="val 15000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4229195"/>
            <a:ext cx="400050" cy="381000"/>
          </a:xfrm>
          <a:prstGeom prst="roundRect">
            <a:avLst>
              <a:gd name="adj" fmla="val 15000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9" name="presenton-badge_initials-slot-3 Placeholder Carrier"/>
          <p:cNvSpPr txBox="1"/>
          <p:nvPr>
            <p:ph type="body" idx="3"/>
          </p:nvPr>
        </p:nvSpPr>
        <p:spPr>
          <a:xfrm>
            <a:off x="215006" y="4249198"/>
            <a:ext cx="7320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card_primary_text-slot-4 Placeholder Carrier"/>
          <p:cNvSpPr txBox="1"/>
          <p:nvPr>
            <p:ph type="body" idx="4"/>
          </p:nvPr>
        </p:nvSpPr>
        <p:spPr>
          <a:xfrm>
            <a:off x="908304" y="4252055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card_secondary_text-slot-5 Placeholder Carrier"/>
          <p:cNvSpPr txBox="1"/>
          <p:nvPr>
            <p:ph type="body" idx="5"/>
          </p:nvPr>
        </p:nvSpPr>
        <p:spPr>
          <a:xfrm>
            <a:off x="909066" y="4477798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pic>
        <p:nvPicPr>
          <p:cNvPr id="12" name="presenton-image-slot-1 Placeholder Carrier"/>
          <p:cNvPicPr>
            <a:picLocks noChangeAspect="1"/>
          </p:cNvPicPr>
          <p:nvPr>
            <p:ph type="pic" idx="6"/>
          </p:nvPr>
        </p:nvPicPr>
        <p:blipFill>
          <a:blip r:embed="rId2"/>
          <a:srcRect l="15946" t="0" r="15947" b="0"/>
          <a:stretch>
            <a:fillRect/>
          </a:stretch>
        </p:blipFill>
        <p:spPr>
          <a:xfrm>
            <a:off x="6690455" y="609600"/>
            <a:ext cx="5120545" cy="56388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19050" y="6800850"/>
            <a:ext cx="12153900" cy="38100"/>
          </a:xfrm>
          <a:custGeom>
            <a:avLst/>
            <a:gdLst/>
            <a:ahLst/>
            <a:cxnLst/>
            <a:rect l="l" t="t" r="r" b="b"/>
            <a:pathLst>
              <a:path w="12153900" h="38100">
                <a:moveTo>
                  <a:pt x="0" y="0"/>
                </a:moveTo>
                <a:lnTo>
                  <a:pt x="12153900" y="0"/>
                </a:lnTo>
                <a:lnTo>
                  <a:pt x="121539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presenton-large_heading-slot-1 Placeholder Carrier"/>
          <p:cNvSpPr txBox="1"/>
          <p:nvPr>
            <p:ph type="title" idx="1"/>
          </p:nvPr>
        </p:nvSpPr>
        <p:spPr>
          <a:xfrm>
            <a:off x="610362" y="1614011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paragraph-slot-2 Placeholder Carrier"/>
          <p:cNvSpPr txBox="1"/>
          <p:nvPr>
            <p:ph type="body" idx="2"/>
          </p:nvPr>
        </p:nvSpPr>
        <p:spPr>
          <a:xfrm>
            <a:off x="634841" y="2761964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olygon 7"/>
          <p:cNvSpPr/>
          <p:nvPr/>
        </p:nvSpPr>
        <p:spPr>
          <a:xfrm>
            <a:off x="6172200" y="692944"/>
            <a:ext cx="2619375" cy="1728788"/>
          </a:xfrm>
          <a:custGeom>
            <a:avLst/>
            <a:gdLst/>
            <a:ahLst/>
            <a:cxnLst/>
            <a:rect l="l" t="t" r="r" b="b"/>
            <a:pathLst>
              <a:path w="2619375" h="1728788">
                <a:moveTo>
                  <a:pt x="0" y="0"/>
                </a:moveTo>
                <a:lnTo>
                  <a:pt x="2619375" y="0"/>
                </a:lnTo>
                <a:lnTo>
                  <a:pt x="2619375" y="1728788"/>
                </a:lnTo>
                <a:lnTo>
                  <a:pt x="0" y="17287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8" name="presenton-image-slot-2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tretch>
            <a:fillRect/>
          </a:stretch>
        </p:blipFill>
        <p:spPr>
          <a:xfrm>
            <a:off x="7253288" y="845344"/>
            <a:ext cx="457200" cy="457200"/>
          </a:xfrm>
          <a:prstGeom prst="rect">
            <a:avLst/>
          </a:prstGeom>
        </p:spPr>
      </p:pic>
      <p:sp>
        <p:nvSpPr>
          <p:cNvPr id="9" name="presenton-card_title-slot-4 Placeholder Carrier"/>
          <p:cNvSpPr txBox="1"/>
          <p:nvPr>
            <p:ph type="title" idx="4"/>
          </p:nvPr>
        </p:nvSpPr>
        <p:spPr>
          <a:xfrm>
            <a:off x="7056491" y="1404461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olygon 10"/>
          <p:cNvSpPr/>
          <p:nvPr/>
        </p:nvSpPr>
        <p:spPr>
          <a:xfrm>
            <a:off x="7329488" y="1683544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presenton-card_caption-slot-5 Placeholder Carrier"/>
          <p:cNvSpPr txBox="1"/>
          <p:nvPr>
            <p:ph type="body" idx="5"/>
          </p:nvPr>
        </p:nvSpPr>
        <p:spPr>
          <a:xfrm>
            <a:off x="7192213" y="1814989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olygon 12"/>
          <p:cNvSpPr/>
          <p:nvPr/>
        </p:nvSpPr>
        <p:spPr>
          <a:xfrm>
            <a:off x="8905875" y="692944"/>
            <a:ext cx="2619375" cy="1728788"/>
          </a:xfrm>
          <a:custGeom>
            <a:avLst/>
            <a:gdLst/>
            <a:ahLst/>
            <a:cxnLst/>
            <a:rect l="l" t="t" r="r" b="b"/>
            <a:pathLst>
              <a:path w="2619375" h="1728788">
                <a:moveTo>
                  <a:pt x="0" y="0"/>
                </a:moveTo>
                <a:lnTo>
                  <a:pt x="2619375" y="0"/>
                </a:lnTo>
                <a:lnTo>
                  <a:pt x="2619375" y="1728788"/>
                </a:lnTo>
                <a:lnTo>
                  <a:pt x="0" y="17287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13" name="presenton-image-slot-3 Placeholder Carrier"/>
          <p:cNvPicPr>
            <a:picLocks noChangeAspect="1"/>
          </p:cNvPicPr>
          <p:nvPr>
            <p:ph type="pic" idx="6"/>
          </p:nvPr>
        </p:nvPicPr>
        <p:blipFill>
          <a:blip r:embed="rId3"/>
          <a:stretch>
            <a:fillRect/>
          </a:stretch>
        </p:blipFill>
        <p:spPr>
          <a:xfrm>
            <a:off x="9986962" y="845344"/>
            <a:ext cx="457200" cy="457200"/>
          </a:xfrm>
          <a:prstGeom prst="rect">
            <a:avLst/>
          </a:prstGeom>
        </p:spPr>
      </p:pic>
      <p:sp>
        <p:nvSpPr>
          <p:cNvPr id="14" name="presenton-card_title-slot-7 Placeholder Carrier"/>
          <p:cNvSpPr txBox="1"/>
          <p:nvPr>
            <p:ph type="title" idx="7"/>
          </p:nvPr>
        </p:nvSpPr>
        <p:spPr>
          <a:xfrm>
            <a:off x="9744351" y="1404461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5" name="Polygon 15"/>
          <p:cNvSpPr/>
          <p:nvPr/>
        </p:nvSpPr>
        <p:spPr>
          <a:xfrm>
            <a:off x="10063162" y="1683544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presenton-card_caption-slot-8 Placeholder Carrier"/>
          <p:cNvSpPr txBox="1"/>
          <p:nvPr>
            <p:ph type="body" idx="8"/>
          </p:nvPr>
        </p:nvSpPr>
        <p:spPr>
          <a:xfrm>
            <a:off x="9943748" y="1814989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section_heading-slot-1 Placeholder Carrier"/>
          <p:cNvSpPr txBox="1"/>
          <p:nvPr>
            <p:ph type="title" idx="1"/>
          </p:nvPr>
        </p:nvSpPr>
        <p:spPr>
          <a:xfrm>
            <a:off x="591312" y="1690211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body_paragraph-slot-2 Placeholder Carrier"/>
          <p:cNvSpPr txBox="1"/>
          <p:nvPr>
            <p:ph type="body" idx="2"/>
          </p:nvPr>
        </p:nvSpPr>
        <p:spPr>
          <a:xfrm>
            <a:off x="602742" y="2877407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olygon 6"/>
          <p:cNvSpPr/>
          <p:nvPr/>
        </p:nvSpPr>
        <p:spPr>
          <a:xfrm>
            <a:off x="6705600" y="428625"/>
            <a:ext cx="4876800" cy="1119188"/>
          </a:xfrm>
          <a:custGeom>
            <a:avLst/>
            <a:gdLst/>
            <a:ahLst/>
            <a:cxnLst/>
            <a:rect l="l" t="t" r="r" b="b"/>
            <a:pathLst>
              <a:path w="4876800" h="1119188">
                <a:moveTo>
                  <a:pt x="0" y="0"/>
                </a:moveTo>
                <a:lnTo>
                  <a:pt x="4876800" y="0"/>
                </a:lnTo>
                <a:lnTo>
                  <a:pt x="4876800" y="1119188"/>
                </a:lnTo>
                <a:lnTo>
                  <a:pt x="0" y="11191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7" name="presenton-image-slot-4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tretch>
            <a:fillRect/>
          </a:stretch>
        </p:blipFill>
        <p:spPr>
          <a:xfrm>
            <a:off x="6896100" y="619125"/>
            <a:ext cx="457200" cy="457200"/>
          </a:xfrm>
          <a:prstGeom prst="rect">
            <a:avLst/>
          </a:prstGeom>
        </p:spPr>
      </p:pic>
      <p:sp>
        <p:nvSpPr>
          <p:cNvPr id="8" name="presenton-card_title-slot-4 Placeholder Carrier"/>
          <p:cNvSpPr txBox="1"/>
          <p:nvPr>
            <p:ph type="title" idx="4"/>
          </p:nvPr>
        </p:nvSpPr>
        <p:spPr>
          <a:xfrm>
            <a:off x="7536180" y="647700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card_description-slot-5 Placeholder Carrier"/>
          <p:cNvSpPr txBox="1"/>
          <p:nvPr>
            <p:ph type="body" idx="5"/>
          </p:nvPr>
        </p:nvSpPr>
        <p:spPr>
          <a:xfrm>
            <a:off x="7538466" y="943928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olygon 10"/>
          <p:cNvSpPr/>
          <p:nvPr/>
        </p:nvSpPr>
        <p:spPr>
          <a:xfrm>
            <a:off x="6705600" y="1852612"/>
            <a:ext cx="4876800" cy="1119188"/>
          </a:xfrm>
          <a:custGeom>
            <a:avLst/>
            <a:gdLst/>
            <a:ahLst/>
            <a:cxnLst/>
            <a:rect l="l" t="t" r="r" b="b"/>
            <a:pathLst>
              <a:path w="4876800" h="1119188">
                <a:moveTo>
                  <a:pt x="0" y="0"/>
                </a:moveTo>
                <a:lnTo>
                  <a:pt x="4876800" y="0"/>
                </a:lnTo>
                <a:lnTo>
                  <a:pt x="4876800" y="1119188"/>
                </a:lnTo>
                <a:lnTo>
                  <a:pt x="0" y="11191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11" name="presenton-image-slot-5 Placeholder Carrier"/>
          <p:cNvPicPr>
            <a:picLocks noChangeAspect="1"/>
          </p:cNvPicPr>
          <p:nvPr>
            <p:ph type="pic" idx="6"/>
          </p:nvPr>
        </p:nvPicPr>
        <p:blipFill>
          <a:blip r:embed="rId3"/>
          <a:stretch>
            <a:fillRect/>
          </a:stretch>
        </p:blipFill>
        <p:spPr>
          <a:xfrm>
            <a:off x="6896100" y="2043112"/>
            <a:ext cx="457200" cy="457200"/>
          </a:xfrm>
          <a:prstGeom prst="rect">
            <a:avLst/>
          </a:prstGeom>
        </p:spPr>
      </p:pic>
      <p:sp>
        <p:nvSpPr>
          <p:cNvPr id="12" name="presenton-card_title-slot-7 Placeholder Carrier"/>
          <p:cNvSpPr txBox="1"/>
          <p:nvPr>
            <p:ph type="title" idx="7"/>
          </p:nvPr>
        </p:nvSpPr>
        <p:spPr>
          <a:xfrm>
            <a:off x="7536180" y="2071688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card_description-slot-8 Placeholder Carrier"/>
          <p:cNvSpPr txBox="1"/>
          <p:nvPr>
            <p:ph type="body" idx="8"/>
          </p:nvPr>
        </p:nvSpPr>
        <p:spPr>
          <a:xfrm>
            <a:off x="7538466" y="2367915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olygon 14"/>
          <p:cNvSpPr/>
          <p:nvPr/>
        </p:nvSpPr>
        <p:spPr>
          <a:xfrm>
            <a:off x="6705600" y="3276600"/>
            <a:ext cx="4876800" cy="1119188"/>
          </a:xfrm>
          <a:custGeom>
            <a:avLst/>
            <a:gdLst/>
            <a:ahLst/>
            <a:cxnLst/>
            <a:rect l="l" t="t" r="r" b="b"/>
            <a:pathLst>
              <a:path w="4876800" h="1119188">
                <a:moveTo>
                  <a:pt x="0" y="0"/>
                </a:moveTo>
                <a:lnTo>
                  <a:pt x="4876800" y="0"/>
                </a:lnTo>
                <a:lnTo>
                  <a:pt x="4876800" y="1119188"/>
                </a:lnTo>
                <a:lnTo>
                  <a:pt x="0" y="11191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15" name="presenton-image-slot-6 Placeholder Carrier"/>
          <p:cNvPicPr>
            <a:picLocks noChangeAspect="1"/>
          </p:cNvPicPr>
          <p:nvPr>
            <p:ph type="pic" idx="9"/>
          </p:nvPr>
        </p:nvPicPr>
        <p:blipFill>
          <a:blip r:embed="rId4"/>
          <a:stretch>
            <a:fillRect/>
          </a:stretch>
        </p:blipFill>
        <p:spPr>
          <a:xfrm>
            <a:off x="6896100" y="3467100"/>
            <a:ext cx="457200" cy="457200"/>
          </a:xfrm>
          <a:prstGeom prst="rect">
            <a:avLst/>
          </a:prstGeom>
        </p:spPr>
      </p:pic>
      <p:sp>
        <p:nvSpPr>
          <p:cNvPr id="16" name="presenton-card_title-slot-10 Placeholder Carrier"/>
          <p:cNvSpPr txBox="1"/>
          <p:nvPr>
            <p:ph type="title" idx="10"/>
          </p:nvPr>
        </p:nvSpPr>
        <p:spPr>
          <a:xfrm>
            <a:off x="7536180" y="3495675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7" name="presenton-card_description-slot-11 Placeholder Carrier"/>
          <p:cNvSpPr txBox="1"/>
          <p:nvPr>
            <p:ph type="body" idx="11"/>
          </p:nvPr>
        </p:nvSpPr>
        <p:spPr>
          <a:xfrm>
            <a:off x="7538466" y="379190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olygon 18"/>
          <p:cNvSpPr/>
          <p:nvPr/>
        </p:nvSpPr>
        <p:spPr>
          <a:xfrm>
            <a:off x="6705600" y="4700588"/>
            <a:ext cx="4876800" cy="1119188"/>
          </a:xfrm>
          <a:custGeom>
            <a:avLst/>
            <a:gdLst/>
            <a:ahLst/>
            <a:cxnLst/>
            <a:rect l="l" t="t" r="r" b="b"/>
            <a:pathLst>
              <a:path w="4876800" h="1119188">
                <a:moveTo>
                  <a:pt x="0" y="0"/>
                </a:moveTo>
                <a:lnTo>
                  <a:pt x="4876800" y="0"/>
                </a:lnTo>
                <a:lnTo>
                  <a:pt x="4876800" y="1119188"/>
                </a:lnTo>
                <a:lnTo>
                  <a:pt x="0" y="1119188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pic>
        <p:nvPicPr>
          <p:cNvPr id="19" name="presenton-image-slot-7 Placeholder Carrier"/>
          <p:cNvPicPr>
            <a:picLocks noChangeAspect="1"/>
          </p:cNvPicPr>
          <p:nvPr>
            <p:ph type="pic" idx="12"/>
          </p:nvPr>
        </p:nvPicPr>
        <p:blipFill>
          <a:blip r:embed="rId5"/>
          <a:stretch>
            <a:fillRect/>
          </a:stretch>
        </p:blipFill>
        <p:spPr>
          <a:xfrm>
            <a:off x="6896100" y="4891088"/>
            <a:ext cx="457200" cy="457200"/>
          </a:xfrm>
          <a:prstGeom prst="rect">
            <a:avLst/>
          </a:prstGeom>
        </p:spPr>
      </p:pic>
      <p:sp>
        <p:nvSpPr>
          <p:cNvPr id="20" name="presenton-card_title-slot-13 Placeholder Carrier"/>
          <p:cNvSpPr txBox="1"/>
          <p:nvPr>
            <p:ph type="title" idx="13"/>
          </p:nvPr>
        </p:nvSpPr>
        <p:spPr>
          <a:xfrm>
            <a:off x="7536180" y="4919662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1" name="presenton-card_description-slot-14 Placeholder Carrier"/>
          <p:cNvSpPr txBox="1"/>
          <p:nvPr>
            <p:ph type="body" idx="14"/>
          </p:nvPr>
        </p:nvSpPr>
        <p:spPr>
          <a:xfrm>
            <a:off x="7538466" y="5215890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Polygon 22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presenton-primary_heading-slot-1 Placeholder Carrier"/>
          <p:cNvSpPr txBox="1"/>
          <p:nvPr>
            <p:ph type="title" idx="1"/>
          </p:nvPr>
        </p:nvSpPr>
        <p:spPr>
          <a:xfrm>
            <a:off x="656749" y="2209133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upporting_paragraph-slot-2 Placeholder Carrier"/>
          <p:cNvSpPr txBox="1"/>
          <p:nvPr>
            <p:ph type="body" idx="2"/>
          </p:nvPr>
        </p:nvSpPr>
        <p:spPr>
          <a:xfrm>
            <a:off x="668941" y="345881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Polygon 7"/>
          <p:cNvSpPr/>
          <p:nvPr/>
        </p:nvSpPr>
        <p:spPr>
          <a:xfrm>
            <a:off x="5876639" y="1198340"/>
            <a:ext cx="5705761" cy="4295204"/>
          </a:xfrm>
          <a:custGeom>
            <a:avLst/>
            <a:gdLst/>
            <a:ahLst/>
            <a:cxnLst/>
            <a:rect l="l" t="t" r="r" b="b"/>
            <a:pathLst>
              <a:path w="5705761" h="4295204">
                <a:moveTo>
                  <a:pt x="0" y="0"/>
                </a:moveTo>
                <a:lnTo>
                  <a:pt x="5705761" y="0"/>
                </a:lnTo>
                <a:lnTo>
                  <a:pt x="5705761" y="4295204"/>
                </a:lnTo>
                <a:lnTo>
                  <a:pt x="0" y="4295204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presenton-main_heading-slot-1 Placeholder Carrier"/>
          <p:cNvSpPr txBox="1"/>
          <p:nvPr>
            <p:ph type="title" idx="1"/>
          </p:nvPr>
        </p:nvSpPr>
        <p:spPr>
          <a:xfrm>
            <a:off x="617506" y="1126808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olygon 6"/>
          <p:cNvSpPr/>
          <p:nvPr/>
        </p:nvSpPr>
        <p:spPr>
          <a:xfrm>
            <a:off x="609600" y="2035016"/>
            <a:ext cx="4505325" cy="4310158"/>
          </a:xfrm>
          <a:custGeom>
            <a:avLst/>
            <a:gdLst/>
            <a:ahLst/>
            <a:cxnLst/>
            <a:rect l="l" t="t" r="r" b="b"/>
            <a:pathLst>
              <a:path w="4505325" h="4310158">
                <a:moveTo>
                  <a:pt x="0" y="0"/>
                </a:moveTo>
                <a:lnTo>
                  <a:pt x="4505325" y="0"/>
                </a:lnTo>
                <a:lnTo>
                  <a:pt x="4505325" y="4310158"/>
                </a:lnTo>
                <a:lnTo>
                  <a:pt x="0" y="431015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7" name="presenton-intro_paragraph-slot-2 Placeholder Carrier"/>
          <p:cNvSpPr txBox="1"/>
          <p:nvPr>
            <p:ph type="body" idx="2"/>
          </p:nvPr>
        </p:nvSpPr>
        <p:spPr>
          <a:xfrm>
            <a:off x="5870829" y="322898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presenton-image-slot-8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609600" y="1447800"/>
            <a:ext cx="4876800" cy="3657600"/>
          </a:xfrm>
          <a:prstGeom prst="rect">
            <a:avLst/>
          </a:prstGeom>
        </p:spPr>
      </p:pic>
      <p:sp>
        <p:nvSpPr>
          <p:cNvPr id="5" name="presenton-stack_heading-slot-2 Placeholder Carrier"/>
          <p:cNvSpPr txBox="1"/>
          <p:nvPr>
            <p:ph type="title" idx="2"/>
          </p:nvPr>
        </p:nvSpPr>
        <p:spPr>
          <a:xfrm>
            <a:off x="6674263" y="1261681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resenton-stack_body-slot-3 Placeholder Carrier"/>
          <p:cNvSpPr txBox="1"/>
          <p:nvPr>
            <p:ph type="body" idx="3"/>
          </p:nvPr>
        </p:nvSpPr>
        <p:spPr>
          <a:xfrm>
            <a:off x="6685693" y="2545175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main_heading-slot-1 Placeholder Carrier"/>
          <p:cNvSpPr txBox="1"/>
          <p:nvPr>
            <p:ph type="title" idx="1"/>
          </p:nvPr>
        </p:nvSpPr>
        <p:spPr>
          <a:xfrm>
            <a:off x="591312" y="830580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olygon 5"/>
          <p:cNvSpPr/>
          <p:nvPr/>
        </p:nvSpPr>
        <p:spPr>
          <a:xfrm>
            <a:off x="1066800" y="2133600"/>
            <a:ext cx="2286000" cy="2114550"/>
          </a:xfrm>
          <a:custGeom>
            <a:avLst/>
            <a:gdLst/>
            <a:ahLst/>
            <a:cxnLst/>
            <a:rect l="l" t="t" r="r" b="b"/>
            <a:pathLst>
              <a:path w="2286000" h="2114550">
                <a:moveTo>
                  <a:pt x="0" y="0"/>
                </a:moveTo>
                <a:lnTo>
                  <a:pt x="2286000" y="0"/>
                </a:lnTo>
                <a:lnTo>
                  <a:pt x="2286000" y="2114550"/>
                </a:lnTo>
                <a:lnTo>
                  <a:pt x="0" y="2114550"/>
                </a:lnTo>
                <a:close/>
              </a:path>
            </a:pathLst>
          </a:custGeom>
          <a:solidFill>
            <a:srgbClr val="F5F7FE"/>
          </a:solidFill>
          <a:ln>
            <a:noFill/>
          </a:ln>
        </p:spPr>
      </p:sp>
      <p:pic>
        <p:nvPicPr>
          <p:cNvPr id="6" name="presenton-image-slot-9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0" t="556" r="0" b="555"/>
          <a:stretch>
            <a:fillRect/>
          </a:stretch>
        </p:blipFill>
        <p:spPr>
          <a:xfrm>
            <a:off x="3657600" y="2133600"/>
            <a:ext cx="2286000" cy="1695450"/>
          </a:xfrm>
          <a:prstGeom prst="rect">
            <a:avLst/>
          </a:prstGeom>
        </p:spPr>
      </p:pic>
      <p:pic>
        <p:nvPicPr>
          <p:cNvPr id="7" name="presenton-image-slot-10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rcRect l="0" t="556" r="0" b="555"/>
          <a:stretch>
            <a:fillRect/>
          </a:stretch>
        </p:blipFill>
        <p:spPr>
          <a:xfrm>
            <a:off x="1066800" y="4248150"/>
            <a:ext cx="2286000" cy="1695450"/>
          </a:xfrm>
          <a:prstGeom prst="rect">
            <a:avLst/>
          </a:prstGeom>
        </p:spPr>
      </p:pic>
      <p:sp>
        <p:nvSpPr>
          <p:cNvPr id="8" name="Polygon 8"/>
          <p:cNvSpPr/>
          <p:nvPr/>
        </p:nvSpPr>
        <p:spPr>
          <a:xfrm>
            <a:off x="3657600" y="3829050"/>
            <a:ext cx="2286000" cy="2114550"/>
          </a:xfrm>
          <a:custGeom>
            <a:avLst/>
            <a:gdLst/>
            <a:ahLst/>
            <a:cxnLst/>
            <a:rect l="l" t="t" r="r" b="b"/>
            <a:pathLst>
              <a:path w="2286000" h="2114550">
                <a:moveTo>
                  <a:pt x="0" y="0"/>
                </a:moveTo>
                <a:lnTo>
                  <a:pt x="2286000" y="0"/>
                </a:lnTo>
                <a:lnTo>
                  <a:pt x="2286000" y="2114550"/>
                </a:lnTo>
                <a:lnTo>
                  <a:pt x="0" y="2114550"/>
                </a:lnTo>
                <a:close/>
              </a:path>
            </a:pathLst>
          </a:custGeom>
          <a:solidFill>
            <a:srgbClr val="F5F7FE"/>
          </a:solidFill>
          <a:ln>
            <a:noFill/>
          </a:ln>
        </p:spPr>
      </p:sp>
      <p:sp>
        <p:nvSpPr>
          <p:cNvPr id="9" name="presenton-upper_text_heading-slot-4 Placeholder Carrier"/>
          <p:cNvSpPr txBox="1"/>
          <p:nvPr>
            <p:ph type="title" idx="4"/>
          </p:nvPr>
        </p:nvSpPr>
        <p:spPr>
          <a:xfrm>
            <a:off x="1710309" y="2487168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upper_text_body-slot-5 Placeholder Carrier"/>
          <p:cNvSpPr txBox="1"/>
          <p:nvPr>
            <p:ph type="body" idx="5"/>
          </p:nvPr>
        </p:nvSpPr>
        <p:spPr>
          <a:xfrm>
            <a:off x="1870481" y="2859596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lower_text_heading-slot-6 Placeholder Carrier"/>
          <p:cNvSpPr txBox="1"/>
          <p:nvPr>
            <p:ph type="title" idx="6"/>
          </p:nvPr>
        </p:nvSpPr>
        <p:spPr>
          <a:xfrm>
            <a:off x="4327208" y="4324445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lower_text_body-slot-7 Placeholder Carrier"/>
          <p:cNvSpPr txBox="1"/>
          <p:nvPr>
            <p:ph type="body" idx="7"/>
          </p:nvPr>
        </p:nvSpPr>
        <p:spPr>
          <a:xfrm>
            <a:off x="4461281" y="4688396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olygon 13"/>
          <p:cNvSpPr/>
          <p:nvPr/>
        </p:nvSpPr>
        <p:spPr>
          <a:xfrm>
            <a:off x="6248400" y="2133600"/>
            <a:ext cx="2286000" cy="2114550"/>
          </a:xfrm>
          <a:custGeom>
            <a:avLst/>
            <a:gdLst/>
            <a:ahLst/>
            <a:cxnLst/>
            <a:rect l="l" t="t" r="r" b="b"/>
            <a:pathLst>
              <a:path w="2286000" h="2114550">
                <a:moveTo>
                  <a:pt x="0" y="0"/>
                </a:moveTo>
                <a:lnTo>
                  <a:pt x="2286000" y="0"/>
                </a:lnTo>
                <a:lnTo>
                  <a:pt x="2286000" y="2114550"/>
                </a:lnTo>
                <a:lnTo>
                  <a:pt x="0" y="2114550"/>
                </a:lnTo>
                <a:close/>
              </a:path>
            </a:pathLst>
          </a:custGeom>
          <a:solidFill>
            <a:srgbClr val="F5F7FE"/>
          </a:solidFill>
          <a:ln>
            <a:noFill/>
          </a:ln>
        </p:spPr>
      </p:sp>
      <p:pic>
        <p:nvPicPr>
          <p:cNvPr id="14" name="presenton-image-slot-11 Placeholder Carrier"/>
          <p:cNvPicPr>
            <a:picLocks noChangeAspect="1"/>
          </p:cNvPicPr>
          <p:nvPr>
            <p:ph type="pic" idx="8"/>
          </p:nvPr>
        </p:nvPicPr>
        <p:blipFill>
          <a:blip r:embed="rId4"/>
          <a:srcRect l="0" t="556" r="0" b="555"/>
          <a:stretch>
            <a:fillRect/>
          </a:stretch>
        </p:blipFill>
        <p:spPr>
          <a:xfrm>
            <a:off x="8839200" y="2133600"/>
            <a:ext cx="2286000" cy="1695450"/>
          </a:xfrm>
          <a:prstGeom prst="rect">
            <a:avLst/>
          </a:prstGeom>
        </p:spPr>
      </p:pic>
      <p:pic>
        <p:nvPicPr>
          <p:cNvPr id="15" name="presenton-image-slot-12 Placeholder Carrier"/>
          <p:cNvPicPr>
            <a:picLocks noChangeAspect="1"/>
          </p:cNvPicPr>
          <p:nvPr>
            <p:ph type="pic" idx="9"/>
          </p:nvPr>
        </p:nvPicPr>
        <p:blipFill>
          <a:blip r:embed="rId5"/>
          <a:srcRect l="0" t="556" r="0" b="555"/>
          <a:stretch>
            <a:fillRect/>
          </a:stretch>
        </p:blipFill>
        <p:spPr>
          <a:xfrm>
            <a:off x="6248400" y="4248150"/>
            <a:ext cx="2286000" cy="1695450"/>
          </a:xfrm>
          <a:prstGeom prst="rect">
            <a:avLst/>
          </a:prstGeom>
        </p:spPr>
      </p:pic>
      <p:sp>
        <p:nvSpPr>
          <p:cNvPr id="16" name="Polygon 16"/>
          <p:cNvSpPr/>
          <p:nvPr/>
        </p:nvSpPr>
        <p:spPr>
          <a:xfrm>
            <a:off x="8839200" y="3829050"/>
            <a:ext cx="2286000" cy="2114550"/>
          </a:xfrm>
          <a:custGeom>
            <a:avLst/>
            <a:gdLst/>
            <a:ahLst/>
            <a:cxnLst/>
            <a:rect l="l" t="t" r="r" b="b"/>
            <a:pathLst>
              <a:path w="2286000" h="2114550">
                <a:moveTo>
                  <a:pt x="0" y="0"/>
                </a:moveTo>
                <a:lnTo>
                  <a:pt x="2286000" y="0"/>
                </a:lnTo>
                <a:lnTo>
                  <a:pt x="2286000" y="2114550"/>
                </a:lnTo>
                <a:lnTo>
                  <a:pt x="0" y="2114550"/>
                </a:lnTo>
                <a:close/>
              </a:path>
            </a:pathLst>
          </a:custGeom>
          <a:solidFill>
            <a:srgbClr val="F5F7FE"/>
          </a:solidFill>
          <a:ln>
            <a:noFill/>
          </a:ln>
        </p:spPr>
      </p:sp>
      <p:sp>
        <p:nvSpPr>
          <p:cNvPr id="17" name="presenton-upper_text_heading-slot-10 Placeholder Carrier"/>
          <p:cNvSpPr txBox="1"/>
          <p:nvPr>
            <p:ph type="title" idx="10"/>
          </p:nvPr>
        </p:nvSpPr>
        <p:spPr>
          <a:xfrm>
            <a:off x="6891909" y="2487168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upper_text_body-slot-11 Placeholder Carrier"/>
          <p:cNvSpPr txBox="1"/>
          <p:nvPr>
            <p:ph type="body" idx="11"/>
          </p:nvPr>
        </p:nvSpPr>
        <p:spPr>
          <a:xfrm>
            <a:off x="7052081" y="2859596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lower_text_heading-slot-12 Placeholder Carrier"/>
          <p:cNvSpPr txBox="1"/>
          <p:nvPr>
            <p:ph type="title" idx="12"/>
          </p:nvPr>
        </p:nvSpPr>
        <p:spPr>
          <a:xfrm>
            <a:off x="9521952" y="4245864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lower_text_body-slot-13 Placeholder Carrier"/>
          <p:cNvSpPr txBox="1"/>
          <p:nvPr>
            <p:ph type="body" idx="13"/>
          </p:nvPr>
        </p:nvSpPr>
        <p:spPr>
          <a:xfrm>
            <a:off x="9642881" y="4688396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olygon 21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presenton-section_heading-slot-1 Placeholder Carrier"/>
          <p:cNvSpPr txBox="1"/>
          <p:nvPr>
            <p:ph type="title" idx="1"/>
          </p:nvPr>
        </p:nvSpPr>
        <p:spPr>
          <a:xfrm>
            <a:off x="591312" y="1230630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olygon 6"/>
          <p:cNvSpPr/>
          <p:nvPr/>
        </p:nvSpPr>
        <p:spPr>
          <a:xfrm>
            <a:off x="609600" y="2381250"/>
            <a:ext cx="2571750" cy="3619500"/>
          </a:xfrm>
          <a:custGeom>
            <a:avLst/>
            <a:gdLst/>
            <a:ahLst/>
            <a:cxnLst/>
            <a:rect l="l" t="t" r="r" b="b"/>
            <a:pathLst>
              <a:path w="2571750" h="3619500">
                <a:moveTo>
                  <a:pt x="0" y="0"/>
                </a:moveTo>
                <a:lnTo>
                  <a:pt x="2571750" y="0"/>
                </a:lnTo>
                <a:lnTo>
                  <a:pt x="2571750" y="3619500"/>
                </a:lnTo>
                <a:lnTo>
                  <a:pt x="0" y="3619500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838200" y="2609850"/>
            <a:ext cx="2114550" cy="1524000"/>
          </a:xfrm>
          <a:custGeom>
            <a:avLst/>
            <a:gdLst/>
            <a:ahLst/>
            <a:cxnLst/>
            <a:rect l="l" t="t" r="r" b="b"/>
            <a:pathLst>
              <a:path w="2114550" h="1524000">
                <a:moveTo>
                  <a:pt x="0" y="0"/>
                </a:moveTo>
                <a:lnTo>
                  <a:pt x="2114550" y="0"/>
                </a:lnTo>
                <a:lnTo>
                  <a:pt x="2114550" y="152400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8" name="presenton-image-slot-13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0" t="1952" r="0" b="1952"/>
          <a:stretch>
            <a:fillRect/>
          </a:stretch>
        </p:blipFill>
        <p:spPr>
          <a:xfrm>
            <a:off x="838200" y="2609850"/>
            <a:ext cx="2114550" cy="1524000"/>
          </a:xfrm>
          <a:prstGeom prst="rect">
            <a:avLst/>
          </a:prstGeom>
        </p:spPr>
      </p:pic>
      <p:sp>
        <p:nvSpPr>
          <p:cNvPr id="9" name="presenton-card_title-slot-3 Placeholder Carrier"/>
          <p:cNvSpPr txBox="1"/>
          <p:nvPr>
            <p:ph type="title" idx="3"/>
          </p:nvPr>
        </p:nvSpPr>
        <p:spPr>
          <a:xfrm>
            <a:off x="1414798" y="4311968"/>
            <a:ext cx="9613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card_body-slot-4 Placeholder Carrier"/>
          <p:cNvSpPr txBox="1"/>
          <p:nvPr>
            <p:ph type="body" idx="4"/>
          </p:nvPr>
        </p:nvSpPr>
        <p:spPr>
          <a:xfrm>
            <a:off x="1543107" y="483384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olygon 11"/>
          <p:cNvSpPr/>
          <p:nvPr/>
        </p:nvSpPr>
        <p:spPr>
          <a:xfrm>
            <a:off x="3409950" y="2381250"/>
            <a:ext cx="2571750" cy="3619500"/>
          </a:xfrm>
          <a:custGeom>
            <a:avLst/>
            <a:gdLst/>
            <a:ahLst/>
            <a:cxnLst/>
            <a:rect l="l" t="t" r="r" b="b"/>
            <a:pathLst>
              <a:path w="2571750" h="3619500">
                <a:moveTo>
                  <a:pt x="0" y="0"/>
                </a:moveTo>
                <a:lnTo>
                  <a:pt x="2571750" y="0"/>
                </a:lnTo>
                <a:lnTo>
                  <a:pt x="2571750" y="3619500"/>
                </a:lnTo>
                <a:lnTo>
                  <a:pt x="0" y="3619500"/>
                </a:lnTo>
                <a:close/>
              </a:path>
            </a:pathLst>
          </a:custGeom>
          <a:solidFill>
            <a:srgbClr val="F5F8FE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3638550" y="2609850"/>
            <a:ext cx="2114550" cy="1524000"/>
          </a:xfrm>
          <a:custGeom>
            <a:avLst/>
            <a:gdLst/>
            <a:ahLst/>
            <a:cxnLst/>
            <a:rect l="l" t="t" r="r" b="b"/>
            <a:pathLst>
              <a:path w="2114550" h="1524000">
                <a:moveTo>
                  <a:pt x="0" y="0"/>
                </a:moveTo>
                <a:lnTo>
                  <a:pt x="2114550" y="0"/>
                </a:lnTo>
                <a:lnTo>
                  <a:pt x="2114550" y="1524000"/>
                </a:lnTo>
                <a:lnTo>
                  <a:pt x="0" y="1524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13" name="presenton-image-slot-14 Placeholder Carrier"/>
          <p:cNvPicPr>
            <a:picLocks noChangeAspect="1"/>
          </p:cNvPicPr>
          <p:nvPr>
            <p:ph type="pic" idx="5"/>
          </p:nvPr>
        </p:nvPicPr>
        <p:blipFill>
          <a:blip r:embed="rId3"/>
          <a:srcRect l="0" t="1952" r="0" b="1952"/>
          <a:stretch>
            <a:fillRect/>
          </a:stretch>
        </p:blipFill>
        <p:spPr>
          <a:xfrm>
            <a:off x="3638550" y="2609850"/>
            <a:ext cx="2114550" cy="1524000"/>
          </a:xfrm>
          <a:prstGeom prst="rect">
            <a:avLst/>
          </a:prstGeom>
        </p:spPr>
      </p:pic>
      <p:sp>
        <p:nvSpPr>
          <p:cNvPr id="14" name="presenton-card_title-slot-6 Placeholder Carrier"/>
          <p:cNvSpPr txBox="1"/>
          <p:nvPr>
            <p:ph type="title" idx="6"/>
          </p:nvPr>
        </p:nvSpPr>
        <p:spPr>
          <a:xfrm>
            <a:off x="4215148" y="4311968"/>
            <a:ext cx="9613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5" name="presenton-card_body-slot-7 Placeholder Carrier"/>
          <p:cNvSpPr txBox="1"/>
          <p:nvPr>
            <p:ph type="body" idx="7"/>
          </p:nvPr>
        </p:nvSpPr>
        <p:spPr>
          <a:xfrm>
            <a:off x="4356506" y="483384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section_heading-slot-1 Placeholder Carrier"/>
          <p:cNvSpPr txBox="1"/>
          <p:nvPr>
            <p:ph type="title" idx="1"/>
          </p:nvPr>
        </p:nvSpPr>
        <p:spPr>
          <a:xfrm>
            <a:off x="591312" y="675799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olygon 5"/>
          <p:cNvSpPr/>
          <p:nvPr/>
        </p:nvSpPr>
        <p:spPr>
          <a:xfrm>
            <a:off x="609600" y="1483519"/>
            <a:ext cx="4962049" cy="2095500"/>
          </a:xfrm>
          <a:custGeom>
            <a:avLst/>
            <a:gdLst/>
            <a:ahLst/>
            <a:cxnLst/>
            <a:rect l="l" t="t" r="r" b="b"/>
            <a:pathLst>
              <a:path w="4962049" h="2095500">
                <a:moveTo>
                  <a:pt x="0" y="0"/>
                </a:moveTo>
                <a:lnTo>
                  <a:pt x="4962049" y="0"/>
                </a:lnTo>
                <a:lnTo>
                  <a:pt x="4962049" y="2095500"/>
                </a:lnTo>
                <a:lnTo>
                  <a:pt x="0" y="2095500"/>
                </a:lnTo>
                <a:close/>
              </a:path>
            </a:pathLst>
          </a:custGeom>
          <a:solidFill>
            <a:srgbClr val="CBE3CC"/>
          </a:solidFill>
          <a:ln>
            <a:noFill/>
          </a:ln>
        </p:spPr>
      </p:sp>
      <p:pic>
        <p:nvPicPr>
          <p:cNvPr id="6" name="presenton-image-slot-15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0" t="21846" r="0" b="21847"/>
          <a:stretch>
            <a:fillRect/>
          </a:stretch>
        </p:blipFill>
        <p:spPr>
          <a:xfrm>
            <a:off x="609600" y="1483519"/>
            <a:ext cx="4962049" cy="2095500"/>
          </a:xfrm>
          <a:prstGeom prst="rect">
            <a:avLst/>
          </a:prstGeom>
        </p:spPr>
      </p:pic>
      <p:sp>
        <p:nvSpPr>
          <p:cNvPr id="7" name="presenton-supporting_paragraph-slot-3 Placeholder Carrier"/>
          <p:cNvSpPr txBox="1"/>
          <p:nvPr>
            <p:ph type="body" idx="3"/>
          </p:nvPr>
        </p:nvSpPr>
        <p:spPr>
          <a:xfrm>
            <a:off x="604266" y="390382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olygon 8"/>
          <p:cNvSpPr/>
          <p:nvPr/>
        </p:nvSpPr>
        <p:spPr>
          <a:xfrm>
            <a:off x="6112192" y="563308"/>
            <a:ext cx="2172748" cy="266700"/>
          </a:xfrm>
          <a:custGeom>
            <a:avLst/>
            <a:gdLst/>
            <a:ahLst/>
            <a:cxnLst/>
            <a:rect l="l" t="t" r="r" b="b"/>
            <a:pathLst>
              <a:path w="2172748" h="266700">
                <a:moveTo>
                  <a:pt x="0" y="0"/>
                </a:moveTo>
                <a:lnTo>
                  <a:pt x="2172748" y="0"/>
                </a:lnTo>
                <a:lnTo>
                  <a:pt x="2172748" y="266700"/>
                </a:lnTo>
                <a:lnTo>
                  <a:pt x="0" y="266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presenton-metric_label-slot-4 Placeholder Carrier"/>
          <p:cNvSpPr txBox="1"/>
          <p:nvPr>
            <p:ph type="body" idx="4"/>
          </p:nvPr>
        </p:nvSpPr>
        <p:spPr>
          <a:xfrm>
            <a:off x="6221159" y="62141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metric_value-slot-5 Placeholder Carrier"/>
          <p:cNvSpPr txBox="1"/>
          <p:nvPr>
            <p:ph type="body" idx="5"/>
          </p:nvPr>
        </p:nvSpPr>
        <p:spPr>
          <a:xfrm>
            <a:off x="6103048" y="940499"/>
            <a:ext cx="1254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metric_description-slot-6 Placeholder Carrier"/>
          <p:cNvSpPr txBox="1"/>
          <p:nvPr>
            <p:ph type="body" idx="6"/>
          </p:nvPr>
        </p:nvSpPr>
        <p:spPr>
          <a:xfrm>
            <a:off x="6106859" y="123101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olygon 12"/>
          <p:cNvSpPr/>
          <p:nvPr/>
        </p:nvSpPr>
        <p:spPr>
          <a:xfrm>
            <a:off x="6112192" y="1958721"/>
            <a:ext cx="2641568" cy="266700"/>
          </a:xfrm>
          <a:custGeom>
            <a:avLst/>
            <a:gdLst/>
            <a:ahLst/>
            <a:cxnLst/>
            <a:rect l="l" t="t" r="r" b="b"/>
            <a:pathLst>
              <a:path w="2641568" h="266700">
                <a:moveTo>
                  <a:pt x="0" y="0"/>
                </a:moveTo>
                <a:lnTo>
                  <a:pt x="2641568" y="0"/>
                </a:lnTo>
                <a:lnTo>
                  <a:pt x="2641568" y="266700"/>
                </a:lnTo>
                <a:lnTo>
                  <a:pt x="0" y="266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presenton-metric_label-slot-7 Placeholder Carrier"/>
          <p:cNvSpPr txBox="1"/>
          <p:nvPr>
            <p:ph type="body" idx="7"/>
          </p:nvPr>
        </p:nvSpPr>
        <p:spPr>
          <a:xfrm>
            <a:off x="6221159" y="2016823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metric_value-slot-8 Placeholder Carrier"/>
          <p:cNvSpPr txBox="1"/>
          <p:nvPr>
            <p:ph type="body" idx="8"/>
          </p:nvPr>
        </p:nvSpPr>
        <p:spPr>
          <a:xfrm>
            <a:off x="6103048" y="2335911"/>
            <a:ext cx="1254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metric_description-slot-9 Placeholder Carrier"/>
          <p:cNvSpPr txBox="1"/>
          <p:nvPr>
            <p:ph type="body" idx="9"/>
          </p:nvPr>
        </p:nvSpPr>
        <p:spPr>
          <a:xfrm>
            <a:off x="6106859" y="2626424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header_text-slot-1 Placeholder Carrier"/>
          <p:cNvSpPr txBox="1"/>
          <p:nvPr>
            <p:ph type="body" idx="1"/>
          </p:nvPr>
        </p:nvSpPr>
        <p:spPr>
          <a:xfrm>
            <a:off x="591312" y="83058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" name="Rectangle 5"/>
          <p:cNvSpPr/>
          <p:nvPr/>
        </p:nvSpPr>
        <p:spPr>
          <a:xfrm>
            <a:off x="609600" y="1920145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presenton-badge_number-slot-2 Placeholder Carrier"/>
          <p:cNvSpPr txBox="1"/>
          <p:nvPr>
            <p:ph type="body" idx="2"/>
          </p:nvPr>
        </p:nvSpPr>
        <p:spPr>
          <a:xfrm>
            <a:off x="381792" y="1943005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1920145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8" name="presenton-entry_title-slot-3 Placeholder Carrier"/>
          <p:cNvSpPr txBox="1"/>
          <p:nvPr>
            <p:ph type="title" idx="3"/>
          </p:nvPr>
        </p:nvSpPr>
        <p:spPr>
          <a:xfrm>
            <a:off x="1136142" y="1945862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entry_description-slot-4 Placeholder Carrier"/>
          <p:cNvSpPr txBox="1"/>
          <p:nvPr>
            <p:ph type="body" idx="4"/>
          </p:nvPr>
        </p:nvSpPr>
        <p:spPr>
          <a:xfrm>
            <a:off x="1137666" y="2244947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096000" y="1920145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1" name="presenton-badge_number-slot-5 Placeholder Carrier"/>
          <p:cNvSpPr txBox="1"/>
          <p:nvPr>
            <p:ph type="body" idx="5"/>
          </p:nvPr>
        </p:nvSpPr>
        <p:spPr>
          <a:xfrm>
            <a:off x="5868192" y="1943005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29400" y="1920145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13" name="presenton-entry_title-slot-6 Placeholder Carrier"/>
          <p:cNvSpPr txBox="1"/>
          <p:nvPr>
            <p:ph type="title" idx="6"/>
          </p:nvPr>
        </p:nvSpPr>
        <p:spPr>
          <a:xfrm>
            <a:off x="6622542" y="1945862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entry_description-slot-7 Placeholder Carrier"/>
          <p:cNvSpPr txBox="1"/>
          <p:nvPr>
            <p:ph type="body" idx="7"/>
          </p:nvPr>
        </p:nvSpPr>
        <p:spPr>
          <a:xfrm>
            <a:off x="6624066" y="2244947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9600" y="2822638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6" name="presenton-badge_number-slot-8 Placeholder Carrier"/>
          <p:cNvSpPr txBox="1"/>
          <p:nvPr>
            <p:ph type="body" idx="8"/>
          </p:nvPr>
        </p:nvSpPr>
        <p:spPr>
          <a:xfrm>
            <a:off x="381792" y="2845498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143000" y="2822638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18" name="presenton-entry_title-slot-9 Placeholder Carrier"/>
          <p:cNvSpPr txBox="1"/>
          <p:nvPr>
            <p:ph type="title" idx="9"/>
          </p:nvPr>
        </p:nvSpPr>
        <p:spPr>
          <a:xfrm>
            <a:off x="1136142" y="2848356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entry_description-slot-10 Placeholder Carrier"/>
          <p:cNvSpPr txBox="1"/>
          <p:nvPr>
            <p:ph type="body" idx="10"/>
          </p:nvPr>
        </p:nvSpPr>
        <p:spPr>
          <a:xfrm>
            <a:off x="1137666" y="314744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0" y="2822638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1" name="presenton-badge_number-slot-11 Placeholder Carrier"/>
          <p:cNvSpPr txBox="1"/>
          <p:nvPr>
            <p:ph type="body" idx="11"/>
          </p:nvPr>
        </p:nvSpPr>
        <p:spPr>
          <a:xfrm>
            <a:off x="5868192" y="2845498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629400" y="2822638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23" name="presenton-entry_title-slot-12 Placeholder Carrier"/>
          <p:cNvSpPr txBox="1"/>
          <p:nvPr>
            <p:ph type="title" idx="12"/>
          </p:nvPr>
        </p:nvSpPr>
        <p:spPr>
          <a:xfrm>
            <a:off x="6622542" y="2848356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4" name="presenton-entry_description-slot-13 Placeholder Carrier"/>
          <p:cNvSpPr txBox="1"/>
          <p:nvPr>
            <p:ph type="body" idx="13"/>
          </p:nvPr>
        </p:nvSpPr>
        <p:spPr>
          <a:xfrm>
            <a:off x="6624066" y="314744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" y="3725132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6" name="presenton-badge_number-slot-14 Placeholder Carrier"/>
          <p:cNvSpPr txBox="1"/>
          <p:nvPr>
            <p:ph type="body" idx="14"/>
          </p:nvPr>
        </p:nvSpPr>
        <p:spPr>
          <a:xfrm>
            <a:off x="381792" y="3747992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143000" y="3725132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28" name="presenton-entry_title-slot-15 Placeholder Carrier"/>
          <p:cNvSpPr txBox="1"/>
          <p:nvPr>
            <p:ph type="title" idx="15"/>
          </p:nvPr>
        </p:nvSpPr>
        <p:spPr>
          <a:xfrm>
            <a:off x="1136142" y="3750850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9" name="presenton-entry_description-slot-16 Placeholder Carrier"/>
          <p:cNvSpPr txBox="1"/>
          <p:nvPr>
            <p:ph type="body" idx="16"/>
          </p:nvPr>
        </p:nvSpPr>
        <p:spPr>
          <a:xfrm>
            <a:off x="1137666" y="4049935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0" y="3725132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1" name="presenton-badge_number-slot-17 Placeholder Carrier"/>
          <p:cNvSpPr txBox="1"/>
          <p:nvPr>
            <p:ph type="body" idx="17"/>
          </p:nvPr>
        </p:nvSpPr>
        <p:spPr>
          <a:xfrm>
            <a:off x="5868192" y="3747992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29400" y="3725132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33" name="presenton-entry_title-slot-18 Placeholder Carrier"/>
          <p:cNvSpPr txBox="1"/>
          <p:nvPr>
            <p:ph type="title" idx="18"/>
          </p:nvPr>
        </p:nvSpPr>
        <p:spPr>
          <a:xfrm>
            <a:off x="6622542" y="3750850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34" name="presenton-entry_description-slot-19 Placeholder Carrier"/>
          <p:cNvSpPr txBox="1"/>
          <p:nvPr>
            <p:ph type="body" idx="19"/>
          </p:nvPr>
        </p:nvSpPr>
        <p:spPr>
          <a:xfrm>
            <a:off x="6624066" y="4049935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" y="4627626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6" name="presenton-badge_number-slot-20 Placeholder Carrier"/>
          <p:cNvSpPr txBox="1"/>
          <p:nvPr>
            <p:ph type="body" idx="20"/>
          </p:nvPr>
        </p:nvSpPr>
        <p:spPr>
          <a:xfrm>
            <a:off x="381792" y="4650486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143000" y="4627626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38" name="presenton-entry_title-slot-21 Placeholder Carrier"/>
          <p:cNvSpPr txBox="1"/>
          <p:nvPr>
            <p:ph type="title" idx="21"/>
          </p:nvPr>
        </p:nvSpPr>
        <p:spPr>
          <a:xfrm>
            <a:off x="1136142" y="4653344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39" name="presenton-entry_description-slot-22 Placeholder Carrier"/>
          <p:cNvSpPr txBox="1"/>
          <p:nvPr>
            <p:ph type="body" idx="22"/>
          </p:nvPr>
        </p:nvSpPr>
        <p:spPr>
          <a:xfrm>
            <a:off x="1137666" y="4952429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096000" y="4627626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presenton-badge_number-slot-23 Placeholder Carrier"/>
          <p:cNvSpPr txBox="1"/>
          <p:nvPr>
            <p:ph type="body" idx="23"/>
          </p:nvPr>
        </p:nvSpPr>
        <p:spPr>
          <a:xfrm>
            <a:off x="5868192" y="4650486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629400" y="4627626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43" name="presenton-entry_title-slot-24 Placeholder Carrier"/>
          <p:cNvSpPr txBox="1"/>
          <p:nvPr>
            <p:ph type="title" idx="24"/>
          </p:nvPr>
        </p:nvSpPr>
        <p:spPr>
          <a:xfrm>
            <a:off x="6622542" y="4653344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4" name="presenton-entry_description-slot-25 Placeholder Carrier"/>
          <p:cNvSpPr txBox="1"/>
          <p:nvPr>
            <p:ph type="body" idx="25"/>
          </p:nvPr>
        </p:nvSpPr>
        <p:spPr>
          <a:xfrm>
            <a:off x="6624066" y="4952429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09600" y="5530120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6" name="presenton-badge_number-slot-26 Placeholder Carrier"/>
          <p:cNvSpPr txBox="1"/>
          <p:nvPr>
            <p:ph type="body" idx="26"/>
          </p:nvPr>
        </p:nvSpPr>
        <p:spPr>
          <a:xfrm>
            <a:off x="381792" y="5552980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143000" y="5530120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48" name="presenton-entry_title-slot-27 Placeholder Carrier"/>
          <p:cNvSpPr txBox="1"/>
          <p:nvPr>
            <p:ph type="title" idx="27"/>
          </p:nvPr>
        </p:nvSpPr>
        <p:spPr>
          <a:xfrm>
            <a:off x="1136142" y="5555837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49" name="presenton-entry_description-slot-28 Placeholder Carrier"/>
          <p:cNvSpPr txBox="1"/>
          <p:nvPr>
            <p:ph type="body" idx="28"/>
          </p:nvPr>
        </p:nvSpPr>
        <p:spPr>
          <a:xfrm>
            <a:off x="1137666" y="585492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5530120"/>
            <a:ext cx="381000" cy="3810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1" name="presenton-badge_number-slot-29 Placeholder Carrier"/>
          <p:cNvSpPr txBox="1"/>
          <p:nvPr>
            <p:ph type="body" idx="29"/>
          </p:nvPr>
        </p:nvSpPr>
        <p:spPr>
          <a:xfrm>
            <a:off x="5868192" y="5552980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629400" y="5530120"/>
            <a:ext cx="4762500" cy="750094"/>
          </a:xfrm>
          <a:prstGeom prst="roundRect">
            <a:avLst>
              <a:gd name="adj" fmla="val 14997"/>
            </a:avLst>
          </a:prstGeom>
          <a:solidFill>
            <a:srgbClr val="F5F8FE"/>
          </a:solidFill>
          <a:ln>
            <a:noFill/>
          </a:ln>
        </p:spPr>
      </p:sp>
      <p:sp>
        <p:nvSpPr>
          <p:cNvPr id="53" name="presenton-entry_title-slot-30 Placeholder Carrier"/>
          <p:cNvSpPr txBox="1"/>
          <p:nvPr>
            <p:ph type="title" idx="30"/>
          </p:nvPr>
        </p:nvSpPr>
        <p:spPr>
          <a:xfrm>
            <a:off x="6622542" y="5555837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4" name="presenton-entry_description-slot-31 Placeholder Carrier"/>
          <p:cNvSpPr txBox="1"/>
          <p:nvPr>
            <p:ph type="body" idx="31"/>
          </p:nvPr>
        </p:nvSpPr>
        <p:spPr>
          <a:xfrm>
            <a:off x="6624066" y="585492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5" name="Polygon 55"/>
          <p:cNvSpPr/>
          <p:nvPr/>
        </p:nvSpPr>
        <p:spPr>
          <a:xfrm>
            <a:off x="0" y="68199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6" name="presenton-text_8-slot-32 Placeholder Carrier"/>
          <p:cNvSpPr txBox="1"/>
          <p:nvPr>
            <p:ph type="body" idx="32"/>
          </p:nvPr>
        </p:nvSpPr>
        <p:spPr>
          <a:xfrm>
            <a:off x="336042" y="36861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334155"/>
      </a:dk1>
      <a:lt1>
        <a:srgbClr val="FFFFFF"/>
      </a:lt1>
      <a:dk2>
        <a:srgbClr val="334155"/>
      </a:dk2>
      <a:lt2>
        <a:srgbClr val="FFFFFF"/>
      </a:lt2>
      <a:accent1>
        <a:srgbClr val="1E4CD9"/>
      </a:accent1>
      <a:accent2>
        <a:srgbClr val="234CD9"/>
      </a:accent2>
      <a:accent3>
        <a:srgbClr val="234CD9"/>
      </a:accent3>
      <a:accent4>
        <a:srgbClr val="1E4CD9"/>
      </a:accent4>
      <a:accent5>
        <a:srgbClr val="4BACC6"/>
      </a:accent5>
      <a:accent6>
        <a:srgbClr val="F79646"/>
      </a:accent6>
      <a:hlink>
        <a:srgbClr val="234CD9"/>
      </a:hlink>
      <a:folHlink>
        <a:srgbClr val="234CD9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2026-08-03T22:28:45Z</dcterms:created>
  <dcterms:modified xsi:type="dcterms:W3CDTF">2026-08-03T22:28:45Z</dcterms:modified>
  <cp:category/>
  <cp:contentStatus/>
</cp:coreProperties>
</file>