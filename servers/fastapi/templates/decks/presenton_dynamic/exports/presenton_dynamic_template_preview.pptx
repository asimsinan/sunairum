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685800" y="1050893"/>
            <a:ext cx="5410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copy-slot-3 Placeholder"/>
          <p:cNvSpPr>
            <a:spLocks noGrp="1"/>
          </p:cNvSpPr>
          <p:nvPr>
            <p:ph type="body" idx="3"/>
          </p:nvPr>
        </p:nvSpPr>
        <p:spPr>
          <a:xfrm>
            <a:off x="685800" y="1832229"/>
            <a:ext cx="3732562" cy="120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ption_primary-slot-4 Placeholder"/>
          <p:cNvSpPr>
            <a:spLocks noGrp="1"/>
          </p:cNvSpPr>
          <p:nvPr>
            <p:ph type="body" idx="4"/>
          </p:nvPr>
        </p:nvSpPr>
        <p:spPr>
          <a:xfrm>
            <a:off x="685800" y="5570696"/>
            <a:ext cx="5238369" cy="314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70"/>
            </a:lvl1pPr>
          </a:lstStyle>
          <a:p>
            <a:pPr algn="l" marL="0" indent="0">
              <a:buNone/>
            </a:pPr>
            <a:r>
              <a:rPr lang="en-US" sz="18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ption_secondary-slot-5 Placeholder"/>
          <p:cNvSpPr>
            <a:spLocks noGrp="1"/>
          </p:cNvSpPr>
          <p:nvPr>
            <p:ph type="body" idx="5"/>
          </p:nvPr>
        </p:nvSpPr>
        <p:spPr>
          <a:xfrm>
            <a:off x="685800" y="5949506"/>
            <a:ext cx="5150168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image-slot-2 Placeholder"/>
          <p:cNvSpPr>
            <a:spLocks noGrp="1"/>
          </p:cNvSpPr>
          <p:nvPr>
            <p:ph type="pic" idx="6"/>
          </p:nvPr>
        </p:nvSpPr>
        <p:spPr>
          <a:xfrm>
            <a:off x="6725602" y="685800"/>
            <a:ext cx="5466398" cy="5486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4156374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column_number-slot-2 Placeholder"/>
          <p:cNvSpPr>
            <a:spLocks noGrp="1"/>
          </p:cNvSpPr>
          <p:nvPr>
            <p:ph type="body" idx="2"/>
          </p:nvPr>
        </p:nvSpPr>
        <p:spPr>
          <a:xfrm>
            <a:off x="1407128" y="812768"/>
            <a:ext cx="1191768" cy="1117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7330"/>
            </a:lvl1pPr>
          </a:lstStyle>
          <a:p>
            <a:pPr algn="ctr" marL="0" indent="0">
              <a:buNone/>
            </a:pPr>
            <a:r>
              <a:rPr lang="en-US" sz="73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" name="presenton-column_heading-slot-3 Placeholder"/>
          <p:cNvSpPr>
            <a:spLocks noGrp="1"/>
          </p:cNvSpPr>
          <p:nvPr>
            <p:ph type="title" idx="3"/>
          </p:nvPr>
        </p:nvSpPr>
        <p:spPr>
          <a:xfrm>
            <a:off x="1292066" y="1725073"/>
            <a:ext cx="1421797" cy="8268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olumn_body-slot-4 Placeholder"/>
          <p:cNvSpPr>
            <a:spLocks noGrp="1"/>
          </p:cNvSpPr>
          <p:nvPr>
            <p:ph type="body" idx="4"/>
          </p:nvPr>
        </p:nvSpPr>
        <p:spPr>
          <a:xfrm>
            <a:off x="865537" y="5128927"/>
            <a:ext cx="2634329" cy="1136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49219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1619060" y="660368"/>
            <a:ext cx="8953976" cy="1724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text-slot-3 Placeholder"/>
          <p:cNvSpPr>
            <a:spLocks noGrp="1"/>
          </p:cNvSpPr>
          <p:nvPr>
            <p:ph type="body" idx="3"/>
          </p:nvPr>
        </p:nvSpPr>
        <p:spPr>
          <a:xfrm>
            <a:off x="3005900" y="2368963"/>
            <a:ext cx="6180201" cy="787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753624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6 Placeholder"/>
          <p:cNvSpPr>
            <a:spLocks noGrp="1"/>
          </p:cNvSpPr>
          <p:nvPr>
            <p:ph type="pic" idx="2"/>
          </p:nvPr>
        </p:nvSpPr>
        <p:spPr>
          <a:xfrm>
            <a:off x="685895" y="805148"/>
            <a:ext cx="10820400" cy="3781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large_heading-slot-3 Placeholder"/>
          <p:cNvSpPr>
            <a:spLocks noGrp="1"/>
          </p:cNvSpPr>
          <p:nvPr>
            <p:ph type="title" idx="3"/>
          </p:nvPr>
        </p:nvSpPr>
        <p:spPr>
          <a:xfrm>
            <a:off x="750760" y="5357241"/>
            <a:ext cx="6348603" cy="745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upporting_paragraph-slot-4 Placeholder"/>
          <p:cNvSpPr>
            <a:spLocks noGrp="1"/>
          </p:cNvSpPr>
          <p:nvPr>
            <p:ph type="body" idx="4"/>
          </p:nvPr>
        </p:nvSpPr>
        <p:spPr>
          <a:xfrm>
            <a:off x="7360063" y="5280850"/>
            <a:ext cx="4205383" cy="1179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47451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ing_text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8893778" cy="2584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body_text-slot-3 Placeholder"/>
          <p:cNvSpPr>
            <a:spLocks noGrp="1"/>
          </p:cNvSpPr>
          <p:nvPr>
            <p:ph type="body" idx="3"/>
          </p:nvPr>
        </p:nvSpPr>
        <p:spPr>
          <a:xfrm>
            <a:off x="865632" y="3780282"/>
            <a:ext cx="2851023" cy="120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primary_label-slot-4 Placeholder"/>
          <p:cNvSpPr>
            <a:spLocks noGrp="1"/>
          </p:cNvSpPr>
          <p:nvPr>
            <p:ph type="body" idx="4"/>
          </p:nvPr>
        </p:nvSpPr>
        <p:spPr>
          <a:xfrm>
            <a:off x="865632" y="5455539"/>
            <a:ext cx="2477357" cy="2485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secondary_label-slot-5 Placeholder"/>
          <p:cNvSpPr>
            <a:spLocks noGrp="1"/>
          </p:cNvSpPr>
          <p:nvPr>
            <p:ph type="body" idx="5"/>
          </p:nvPr>
        </p:nvSpPr>
        <p:spPr>
          <a:xfrm>
            <a:off x="865632" y="5738622"/>
            <a:ext cx="2421636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0752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2 Placeholder"/>
          <p:cNvSpPr>
            <a:spLocks noGrp="1"/>
          </p:cNvSpPr>
          <p:nvPr>
            <p:ph type="title" idx="2"/>
          </p:nvPr>
        </p:nvSpPr>
        <p:spPr>
          <a:xfrm>
            <a:off x="599122" y="906113"/>
            <a:ext cx="3326225" cy="16010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primary_heading-slot-3 Placeholder"/>
          <p:cNvSpPr>
            <a:spLocks noGrp="1"/>
          </p:cNvSpPr>
          <p:nvPr>
            <p:ph type="title" idx="3"/>
          </p:nvPr>
        </p:nvSpPr>
        <p:spPr>
          <a:xfrm>
            <a:off x="618172" y="3335846"/>
            <a:ext cx="308895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9 Placeholder"/>
          <p:cNvSpPr>
            <a:spLocks noGrp="1"/>
          </p:cNvSpPr>
          <p:nvPr>
            <p:ph type="pic" idx="4"/>
          </p:nvPr>
        </p:nvSpPr>
        <p:spPr>
          <a:xfrm>
            <a:off x="4071938" y="933450"/>
            <a:ext cx="4533900" cy="50387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tem_heading-slot-5 Placeholder"/>
          <p:cNvSpPr>
            <a:spLocks noGrp="1"/>
          </p:cNvSpPr>
          <p:nvPr>
            <p:ph type="title" idx="5"/>
          </p:nvPr>
        </p:nvSpPr>
        <p:spPr>
          <a:xfrm>
            <a:off x="8839200" y="923925"/>
            <a:ext cx="2426398" cy="2438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item_heading-slot-6 Placeholder"/>
          <p:cNvSpPr>
            <a:spLocks noGrp="1"/>
          </p:cNvSpPr>
          <p:nvPr>
            <p:ph type="title" idx="6"/>
          </p:nvPr>
        </p:nvSpPr>
        <p:spPr>
          <a:xfrm>
            <a:off x="8839200" y="1190625"/>
            <a:ext cx="2638425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l"/>
            <a:r>
              <a:rPr lang="en-US" sz="133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6795080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large_title_text-slot-2 Placeholder"/>
          <p:cNvSpPr>
            <a:spLocks noGrp="1"/>
          </p:cNvSpPr>
          <p:nvPr>
            <p:ph type="title" idx="2"/>
          </p:nvPr>
        </p:nvSpPr>
        <p:spPr>
          <a:xfrm>
            <a:off x="555879" y="2181320"/>
            <a:ext cx="4206335" cy="2296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card_heading_text-slot-3 Placeholder"/>
          <p:cNvSpPr>
            <a:spLocks noGrp="1"/>
          </p:cNvSpPr>
          <p:nvPr>
            <p:ph type="title" idx="3"/>
          </p:nvPr>
        </p:nvSpPr>
        <p:spPr>
          <a:xfrm>
            <a:off x="4886325" y="101917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body_text-slot-4 Placeholder"/>
          <p:cNvSpPr>
            <a:spLocks noGrp="1"/>
          </p:cNvSpPr>
          <p:nvPr>
            <p:ph type="body" idx="4"/>
          </p:nvPr>
        </p:nvSpPr>
        <p:spPr>
          <a:xfrm>
            <a:off x="4886325" y="1343025"/>
            <a:ext cx="2781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r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heading_text-slot-5 Placeholder"/>
          <p:cNvSpPr>
            <a:spLocks noGrp="1"/>
          </p:cNvSpPr>
          <p:nvPr>
            <p:ph type="title" idx="5"/>
          </p:nvPr>
        </p:nvSpPr>
        <p:spPr>
          <a:xfrm>
            <a:off x="8053388" y="101917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_text-slot-6 Placeholder"/>
          <p:cNvSpPr>
            <a:spLocks noGrp="1"/>
          </p:cNvSpPr>
          <p:nvPr>
            <p:ph type="body" idx="6"/>
          </p:nvPr>
        </p:nvSpPr>
        <p:spPr>
          <a:xfrm>
            <a:off x="8053388" y="1343025"/>
            <a:ext cx="2781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rd_heading_text-slot-7 Placeholder"/>
          <p:cNvSpPr>
            <a:spLocks noGrp="1"/>
          </p:cNvSpPr>
          <p:nvPr>
            <p:ph type="title" idx="7"/>
          </p:nvPr>
        </p:nvSpPr>
        <p:spPr>
          <a:xfrm>
            <a:off x="4886325" y="3281362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card_body_text-slot-8 Placeholder"/>
          <p:cNvSpPr>
            <a:spLocks noGrp="1"/>
          </p:cNvSpPr>
          <p:nvPr>
            <p:ph type="body" idx="8"/>
          </p:nvPr>
        </p:nvSpPr>
        <p:spPr>
          <a:xfrm>
            <a:off x="4886325" y="3605212"/>
            <a:ext cx="2781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r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card_heading_text-slot-9 Placeholder"/>
          <p:cNvSpPr>
            <a:spLocks noGrp="1"/>
          </p:cNvSpPr>
          <p:nvPr>
            <p:ph type="title" idx="9"/>
          </p:nvPr>
        </p:nvSpPr>
        <p:spPr>
          <a:xfrm>
            <a:off x="8053388" y="3281362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0" name="presenton-card_body_text-slot-10 Placeholder"/>
          <p:cNvSpPr>
            <a:spLocks noGrp="1"/>
          </p:cNvSpPr>
          <p:nvPr>
            <p:ph type="body" idx="10"/>
          </p:nvPr>
        </p:nvSpPr>
        <p:spPr>
          <a:xfrm>
            <a:off x="8053388" y="3605212"/>
            <a:ext cx="27813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725114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upper_heading-slot-3 Placeholder"/>
          <p:cNvSpPr>
            <a:spLocks noGrp="1"/>
          </p:cNvSpPr>
          <p:nvPr>
            <p:ph type="title" idx="3"/>
          </p:nvPr>
        </p:nvSpPr>
        <p:spPr>
          <a:xfrm>
            <a:off x="1685544" y="660368"/>
            <a:ext cx="8820912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heading-slot-4 Placeholder"/>
          <p:cNvSpPr>
            <a:spLocks noGrp="1"/>
          </p:cNvSpPr>
          <p:nvPr>
            <p:ph type="title" idx="4"/>
          </p:nvPr>
        </p:nvSpPr>
        <p:spPr>
          <a:xfrm>
            <a:off x="3350228" y="1527048"/>
            <a:ext cx="6022086" cy="609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13 Placeholder"/>
          <p:cNvSpPr>
            <a:spLocks noGrp="1"/>
          </p:cNvSpPr>
          <p:nvPr>
            <p:ph type="pic" idx="5"/>
          </p:nvPr>
        </p:nvSpPr>
        <p:spPr>
          <a:xfrm>
            <a:off x="4131354" y="2515248"/>
            <a:ext cx="3932777" cy="364436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llout_label-slot-6 Placeholder"/>
          <p:cNvSpPr>
            <a:spLocks noGrp="1"/>
          </p:cNvSpPr>
          <p:nvPr>
            <p:ph type="body" idx="6"/>
          </p:nvPr>
        </p:nvSpPr>
        <p:spPr>
          <a:xfrm>
            <a:off x="1461373" y="2630195"/>
            <a:ext cx="2251234" cy="2485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llout_body-slot-7 Placeholder"/>
          <p:cNvSpPr>
            <a:spLocks noGrp="1"/>
          </p:cNvSpPr>
          <p:nvPr>
            <p:ph type="body" idx="7"/>
          </p:nvPr>
        </p:nvSpPr>
        <p:spPr>
          <a:xfrm>
            <a:off x="1461373" y="2993003"/>
            <a:ext cx="2211229" cy="13871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llout_label-slot-8 Placeholder"/>
          <p:cNvSpPr>
            <a:spLocks noGrp="1"/>
          </p:cNvSpPr>
          <p:nvPr>
            <p:ph type="body" idx="8"/>
          </p:nvPr>
        </p:nvSpPr>
        <p:spPr>
          <a:xfrm>
            <a:off x="1500873" y="4480160"/>
            <a:ext cx="218617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llout_body-slot-9 Placeholder"/>
          <p:cNvSpPr>
            <a:spLocks noGrp="1"/>
          </p:cNvSpPr>
          <p:nvPr>
            <p:ph type="body" idx="9"/>
          </p:nvPr>
        </p:nvSpPr>
        <p:spPr>
          <a:xfrm>
            <a:off x="1500873" y="4814392"/>
            <a:ext cx="2211229" cy="13763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callout_label-slot-10 Placeholder"/>
          <p:cNvSpPr>
            <a:spLocks noGrp="1"/>
          </p:cNvSpPr>
          <p:nvPr>
            <p:ph type="body" idx="10"/>
          </p:nvPr>
        </p:nvSpPr>
        <p:spPr>
          <a:xfrm>
            <a:off x="8646871" y="2673744"/>
            <a:ext cx="220694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callout_body-slot-11 Placeholder"/>
          <p:cNvSpPr>
            <a:spLocks noGrp="1"/>
          </p:cNvSpPr>
          <p:nvPr>
            <p:ph type="body" idx="11"/>
          </p:nvPr>
        </p:nvSpPr>
        <p:spPr>
          <a:xfrm>
            <a:off x="8646871" y="2998451"/>
            <a:ext cx="2211229" cy="13871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callout_label-slot-12 Placeholder"/>
          <p:cNvSpPr>
            <a:spLocks noGrp="1"/>
          </p:cNvSpPr>
          <p:nvPr>
            <p:ph type="body" idx="12"/>
          </p:nvPr>
        </p:nvSpPr>
        <p:spPr>
          <a:xfrm>
            <a:off x="8629021" y="4553769"/>
            <a:ext cx="2225516" cy="2485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callout_body-slot-13 Placeholder"/>
          <p:cNvSpPr>
            <a:spLocks noGrp="1"/>
          </p:cNvSpPr>
          <p:nvPr>
            <p:ph type="body" idx="13"/>
          </p:nvPr>
        </p:nvSpPr>
        <p:spPr>
          <a:xfrm>
            <a:off x="8629021" y="4907051"/>
            <a:ext cx="2211229" cy="1300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731304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834390" y="660368"/>
            <a:ext cx="10447401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3 Placeholder"/>
          <p:cNvSpPr>
            <a:spLocks noGrp="1"/>
          </p:cNvSpPr>
          <p:nvPr>
            <p:ph type="title" idx="3"/>
          </p:nvPr>
        </p:nvSpPr>
        <p:spPr>
          <a:xfrm>
            <a:off x="1168527" y="1467040"/>
            <a:ext cx="9811607" cy="593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16 Placeholder"/>
          <p:cNvSpPr>
            <a:spLocks noGrp="1"/>
          </p:cNvSpPr>
          <p:nvPr>
            <p:ph type="pic" idx="5"/>
          </p:nvPr>
        </p:nvSpPr>
        <p:spPr>
          <a:xfrm>
            <a:off x="1814227" y="3212021"/>
            <a:ext cx="1030796" cy="101803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title-slot-6 Placeholder"/>
          <p:cNvSpPr>
            <a:spLocks noGrp="1"/>
          </p:cNvSpPr>
          <p:nvPr>
            <p:ph type="title" idx="6"/>
          </p:nvPr>
        </p:nvSpPr>
        <p:spPr>
          <a:xfrm>
            <a:off x="1617059" y="4347972"/>
            <a:ext cx="1284351" cy="2406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470"/>
            </a:lvl1pPr>
          </a:lstStyle>
          <a:p>
            <a:pPr algn="ctr"/>
            <a:r>
              <a:rPr lang="en-US" sz="14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7 Placeholder"/>
          <p:cNvSpPr>
            <a:spLocks noGrp="1"/>
          </p:cNvSpPr>
          <p:nvPr>
            <p:ph type="body" idx="7"/>
          </p:nvPr>
        </p:nvSpPr>
        <p:spPr>
          <a:xfrm>
            <a:off x="937927" y="4650962"/>
            <a:ext cx="2783396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37573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title-slot-2 Placeholder"/>
          <p:cNvSpPr>
            <a:spLocks noGrp="1"/>
          </p:cNvSpPr>
          <p:nvPr>
            <p:ph type="title" idx="2"/>
          </p:nvPr>
        </p:nvSpPr>
        <p:spPr>
          <a:xfrm>
            <a:off x="685800" y="514636"/>
            <a:ext cx="10548747" cy="1713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18 Placeholder"/>
          <p:cNvSpPr>
            <a:spLocks noGrp="1"/>
          </p:cNvSpPr>
          <p:nvPr>
            <p:ph type="pic" idx="3"/>
          </p:nvPr>
        </p:nvSpPr>
        <p:spPr>
          <a:xfrm>
            <a:off x="685800" y="2252758"/>
            <a:ext cx="7089362" cy="391944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section_heading-slot-4 Placeholder"/>
          <p:cNvSpPr>
            <a:spLocks noGrp="1"/>
          </p:cNvSpPr>
          <p:nvPr>
            <p:ph type="title" idx="4"/>
          </p:nvPr>
        </p:nvSpPr>
        <p:spPr>
          <a:xfrm>
            <a:off x="8311420" y="2324481"/>
            <a:ext cx="2857500" cy="26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section_body-slot-5 Placeholder"/>
          <p:cNvSpPr>
            <a:spLocks noGrp="1"/>
          </p:cNvSpPr>
          <p:nvPr>
            <p:ph type="body" idx="5"/>
          </p:nvPr>
        </p:nvSpPr>
        <p:spPr>
          <a:xfrm>
            <a:off x="8311420" y="2702909"/>
            <a:ext cx="2575465" cy="1385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80"/>
            </a:lvl1pPr>
          </a:lstStyle>
          <a:p>
            <a:pPr algn="l" marL="0" indent="0">
              <a:buNone/>
            </a:pPr>
            <a:r>
              <a:rPr lang="en-US" sz="148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686314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20 Placeholder"/>
          <p:cNvSpPr>
            <a:spLocks noGrp="1"/>
          </p:cNvSpPr>
          <p:nvPr>
            <p:ph type="pic" idx="2"/>
          </p:nvPr>
        </p:nvSpPr>
        <p:spPr>
          <a:xfrm>
            <a:off x="457200" y="2414397"/>
            <a:ext cx="4787646" cy="285169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panel_heading-slot-3 Placeholder"/>
          <p:cNvSpPr>
            <a:spLocks noGrp="1"/>
          </p:cNvSpPr>
          <p:nvPr>
            <p:ph type="title" idx="3"/>
          </p:nvPr>
        </p:nvSpPr>
        <p:spPr>
          <a:xfrm>
            <a:off x="494252" y="649510"/>
            <a:ext cx="5993606" cy="173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panel_caption-slot-4 Placeholder"/>
          <p:cNvSpPr>
            <a:spLocks noGrp="1"/>
          </p:cNvSpPr>
          <p:nvPr>
            <p:ph type="body" idx="4"/>
          </p:nvPr>
        </p:nvSpPr>
        <p:spPr>
          <a:xfrm>
            <a:off x="710851" y="5463159"/>
            <a:ext cx="4935188" cy="8791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369063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title-slot-2 Placeholder"/>
          <p:cNvSpPr>
            <a:spLocks noGrp="1"/>
          </p:cNvSpPr>
          <p:nvPr>
            <p:ph type="title" idx="2"/>
          </p:nvPr>
        </p:nvSpPr>
        <p:spPr>
          <a:xfrm>
            <a:off x="685800" y="657225"/>
            <a:ext cx="8590407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ummary-slot-3 Placeholder"/>
          <p:cNvSpPr>
            <a:spLocks noGrp="1"/>
          </p:cNvSpPr>
          <p:nvPr>
            <p:ph type="body" idx="3"/>
          </p:nvPr>
        </p:nvSpPr>
        <p:spPr>
          <a:xfrm>
            <a:off x="685800" y="1600200"/>
            <a:ext cx="8596312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upper_card_title-slot-4 Placeholder"/>
          <p:cNvSpPr>
            <a:spLocks noGrp="1"/>
          </p:cNvSpPr>
          <p:nvPr>
            <p:ph type="title" idx="4"/>
          </p:nvPr>
        </p:nvSpPr>
        <p:spPr>
          <a:xfrm>
            <a:off x="7858125" y="2124075"/>
            <a:ext cx="25146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2530"/>
            </a:lvl1pPr>
          </a:lstStyle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upper_card_body-slot-5 Placeholder"/>
          <p:cNvSpPr>
            <a:spLocks noGrp="1"/>
          </p:cNvSpPr>
          <p:nvPr>
            <p:ph type="body" idx="5"/>
          </p:nvPr>
        </p:nvSpPr>
        <p:spPr>
          <a:xfrm>
            <a:off x="7858125" y="2724150"/>
            <a:ext cx="2790825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lower_card_title-slot-6 Placeholder"/>
          <p:cNvSpPr>
            <a:spLocks noGrp="1"/>
          </p:cNvSpPr>
          <p:nvPr>
            <p:ph type="title" idx="6"/>
          </p:nvPr>
        </p:nvSpPr>
        <p:spPr>
          <a:xfrm>
            <a:off x="7858125" y="4229100"/>
            <a:ext cx="25146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2530"/>
            </a:lvl1pPr>
          </a:lstStyle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lower_card_body-slot-7 Placeholder"/>
          <p:cNvSpPr>
            <a:spLocks noGrp="1"/>
          </p:cNvSpPr>
          <p:nvPr>
            <p:ph type="body" idx="7"/>
          </p:nvPr>
        </p:nvSpPr>
        <p:spPr>
          <a:xfrm>
            <a:off x="7858125" y="4819650"/>
            <a:ext cx="2790825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383896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title-slot-2 Placeholder"/>
          <p:cNvSpPr>
            <a:spLocks noGrp="1"/>
          </p:cNvSpPr>
          <p:nvPr>
            <p:ph type="title" idx="2"/>
          </p:nvPr>
        </p:nvSpPr>
        <p:spPr>
          <a:xfrm>
            <a:off x="732472" y="660368"/>
            <a:ext cx="5351716" cy="756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tatement-slot-3 Placeholder"/>
          <p:cNvSpPr>
            <a:spLocks noGrp="1"/>
          </p:cNvSpPr>
          <p:nvPr>
            <p:ph type="body" idx="3"/>
          </p:nvPr>
        </p:nvSpPr>
        <p:spPr>
          <a:xfrm>
            <a:off x="685800" y="1516190"/>
            <a:ext cx="7537799" cy="593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5 Placeholder"/>
          <p:cNvSpPr>
            <a:spLocks noGrp="1"/>
          </p:cNvSpPr>
          <p:nvPr>
            <p:ph type="title" idx="5"/>
          </p:nvPr>
        </p:nvSpPr>
        <p:spPr>
          <a:xfrm>
            <a:off x="2610517" y="1219200"/>
            <a:ext cx="2087308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730"/>
            </a:lvl1pPr>
          </a:lstStyle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6 Placeholder"/>
          <p:cNvSpPr>
            <a:spLocks noGrp="1"/>
          </p:cNvSpPr>
          <p:nvPr>
            <p:ph type="body" idx="6"/>
          </p:nvPr>
        </p:nvSpPr>
        <p:spPr>
          <a:xfrm>
            <a:off x="2468308" y="2072640"/>
            <a:ext cx="2371725" cy="1602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heading-slot-8 Placeholder"/>
          <p:cNvSpPr>
            <a:spLocks noGrp="1"/>
          </p:cNvSpPr>
          <p:nvPr>
            <p:ph type="title" idx="8"/>
          </p:nvPr>
        </p:nvSpPr>
        <p:spPr>
          <a:xfrm>
            <a:off x="5830348" y="1219200"/>
            <a:ext cx="2087308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730"/>
            </a:lvl1pPr>
          </a:lstStyle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rd_body-slot-9 Placeholder"/>
          <p:cNvSpPr>
            <a:spLocks noGrp="1"/>
          </p:cNvSpPr>
          <p:nvPr>
            <p:ph type="body" idx="9"/>
          </p:nvPr>
        </p:nvSpPr>
        <p:spPr>
          <a:xfrm>
            <a:off x="5688139" y="2072640"/>
            <a:ext cx="2371725" cy="1620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heading-slot-11 Placeholder"/>
          <p:cNvSpPr>
            <a:spLocks noGrp="1"/>
          </p:cNvSpPr>
          <p:nvPr>
            <p:ph type="title" idx="11"/>
          </p:nvPr>
        </p:nvSpPr>
        <p:spPr>
          <a:xfrm>
            <a:off x="9052179" y="1219200"/>
            <a:ext cx="2087308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730"/>
            </a:lvl1pPr>
          </a:lstStyle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12 Placeholder"/>
          <p:cNvSpPr>
            <a:spLocks noGrp="1"/>
          </p:cNvSpPr>
          <p:nvPr>
            <p:ph type="body" idx="12"/>
          </p:nvPr>
        </p:nvSpPr>
        <p:spPr>
          <a:xfrm>
            <a:off x="8909971" y="2072640"/>
            <a:ext cx="2371725" cy="1620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65077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2 Placeholder"/>
          <p:cNvSpPr>
            <a:spLocks noGrp="1"/>
          </p:cNvSpPr>
          <p:nvPr>
            <p:ph type="title" idx="2"/>
          </p:nvPr>
        </p:nvSpPr>
        <p:spPr>
          <a:xfrm>
            <a:off x="685800" y="666750"/>
            <a:ext cx="58388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3 Placeholder"/>
          <p:cNvSpPr>
            <a:spLocks noGrp="1"/>
          </p:cNvSpPr>
          <p:nvPr>
            <p:ph type="body" idx="3"/>
          </p:nvPr>
        </p:nvSpPr>
        <p:spPr>
          <a:xfrm>
            <a:off x="685800" y="2457450"/>
            <a:ext cx="5762625" cy="2976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045654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2 Placeholder"/>
          <p:cNvSpPr>
            <a:spLocks noGrp="1"/>
          </p:cNvSpPr>
          <p:nvPr>
            <p:ph type="title" idx="2"/>
          </p:nvPr>
        </p:nvSpPr>
        <p:spPr>
          <a:xfrm>
            <a:off x="685800" y="657225"/>
            <a:ext cx="55816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body_copy_text-slot-3 Placeholder"/>
          <p:cNvSpPr>
            <a:spLocks noGrp="1"/>
          </p:cNvSpPr>
          <p:nvPr>
            <p:ph type="body" idx="3"/>
          </p:nvPr>
        </p:nvSpPr>
        <p:spPr>
          <a:xfrm>
            <a:off x="6800850" y="895350"/>
            <a:ext cx="4705350" cy="1503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157342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3099244" y="660368"/>
            <a:ext cx="5993606" cy="151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30 Placeholder"/>
          <p:cNvSpPr>
            <a:spLocks noGrp="1"/>
          </p:cNvSpPr>
          <p:nvPr>
            <p:ph type="pic" idx="4"/>
          </p:nvPr>
        </p:nvSpPr>
        <p:spPr>
          <a:xfrm>
            <a:off x="1872615" y="3413855"/>
            <a:ext cx="150590" cy="14344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image-slot-31 Placeholder"/>
          <p:cNvSpPr>
            <a:spLocks noGrp="1"/>
          </p:cNvSpPr>
          <p:nvPr>
            <p:ph type="pic" idx="5"/>
          </p:nvPr>
        </p:nvSpPr>
        <p:spPr>
          <a:xfrm>
            <a:off x="2071592" y="3413855"/>
            <a:ext cx="150590" cy="14344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mage-slot-32 Placeholder"/>
          <p:cNvSpPr>
            <a:spLocks noGrp="1"/>
          </p:cNvSpPr>
          <p:nvPr>
            <p:ph type="pic" idx="6"/>
          </p:nvPr>
        </p:nvSpPr>
        <p:spPr>
          <a:xfrm>
            <a:off x="2270570" y="3413855"/>
            <a:ext cx="150590" cy="14344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image-slot-33 Placeholder"/>
          <p:cNvSpPr>
            <a:spLocks noGrp="1"/>
          </p:cNvSpPr>
          <p:nvPr>
            <p:ph type="pic" idx="7"/>
          </p:nvPr>
        </p:nvSpPr>
        <p:spPr>
          <a:xfrm>
            <a:off x="2469547" y="3413855"/>
            <a:ext cx="150590" cy="14344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resenton-image-slot-34 Placeholder"/>
          <p:cNvSpPr>
            <a:spLocks noGrp="1"/>
          </p:cNvSpPr>
          <p:nvPr>
            <p:ph type="pic" idx="8"/>
          </p:nvPr>
        </p:nvSpPr>
        <p:spPr>
          <a:xfrm>
            <a:off x="2668524" y="3413855"/>
            <a:ext cx="150590" cy="14344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review_quote-slot-9 Placeholder"/>
          <p:cNvSpPr>
            <a:spLocks noGrp="1"/>
          </p:cNvSpPr>
          <p:nvPr>
            <p:ph type="body" idx="9"/>
          </p:nvPr>
        </p:nvSpPr>
        <p:spPr>
          <a:xfrm>
            <a:off x="1089946" y="3700939"/>
            <a:ext cx="2511647" cy="9783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20"/>
            </a:lvl1pPr>
          </a:lstStyle>
          <a:p>
            <a:pPr algn="ctr" marL="0" indent="0">
              <a:buNone/>
            </a:pPr>
            <a:r>
              <a:rPr lang="en-US" sz="132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review_attribution-slot-10 Placeholder"/>
          <p:cNvSpPr>
            <a:spLocks noGrp="1"/>
          </p:cNvSpPr>
          <p:nvPr>
            <p:ph type="body" idx="10"/>
          </p:nvPr>
        </p:nvSpPr>
        <p:spPr>
          <a:xfrm>
            <a:off x="1059180" y="4834033"/>
            <a:ext cx="2313242" cy="22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20"/>
            </a:lvl1pPr>
          </a:lstStyle>
          <a:p>
            <a:pPr algn="ctr"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245179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1078715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36 Placeholder"/>
          <p:cNvSpPr>
            <a:spLocks noGrp="1"/>
          </p:cNvSpPr>
          <p:nvPr>
            <p:ph type="pic" idx="3"/>
          </p:nvPr>
        </p:nvSpPr>
        <p:spPr>
          <a:xfrm>
            <a:off x="685800" y="2400300"/>
            <a:ext cx="10820400" cy="4457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3436213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_text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4509611" cy="180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main_body_text-slot-3 Placeholder"/>
          <p:cNvSpPr>
            <a:spLocks noGrp="1"/>
          </p:cNvSpPr>
          <p:nvPr>
            <p:ph type="body" idx="3"/>
          </p:nvPr>
        </p:nvSpPr>
        <p:spPr>
          <a:xfrm>
            <a:off x="685800" y="2422398"/>
            <a:ext cx="4612767" cy="12117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38 Placeholder"/>
          <p:cNvSpPr>
            <a:spLocks noGrp="1"/>
          </p:cNvSpPr>
          <p:nvPr>
            <p:ph type="pic" idx="4"/>
          </p:nvPr>
        </p:nvSpPr>
        <p:spPr>
          <a:xfrm>
            <a:off x="6845046" y="623602"/>
            <a:ext cx="1712119" cy="171211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row_heading_text-slot-5 Placeholder"/>
          <p:cNvSpPr>
            <a:spLocks noGrp="1"/>
          </p:cNvSpPr>
          <p:nvPr>
            <p:ph type="title" idx="5"/>
          </p:nvPr>
        </p:nvSpPr>
        <p:spPr>
          <a:xfrm>
            <a:off x="8722804" y="635032"/>
            <a:ext cx="2506123" cy="430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2530"/>
            </a:lvl1pPr>
          </a:lstStyle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row_body_text-slot-6 Placeholder"/>
          <p:cNvSpPr>
            <a:spLocks noGrp="1"/>
          </p:cNvSpPr>
          <p:nvPr>
            <p:ph type="body" idx="6"/>
          </p:nvPr>
        </p:nvSpPr>
        <p:spPr>
          <a:xfrm>
            <a:off x="8722804" y="1231297"/>
            <a:ext cx="2783396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200641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3099244" y="660368"/>
            <a:ext cx="5993606" cy="151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tem_label-slot-3 Placeholder"/>
          <p:cNvSpPr>
            <a:spLocks noGrp="1"/>
          </p:cNvSpPr>
          <p:nvPr>
            <p:ph type="body" idx="3"/>
          </p:nvPr>
        </p:nvSpPr>
        <p:spPr>
          <a:xfrm>
            <a:off x="685800" y="2637663"/>
            <a:ext cx="943928" cy="2485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40 Placeholder"/>
          <p:cNvSpPr>
            <a:spLocks noGrp="1"/>
          </p:cNvSpPr>
          <p:nvPr>
            <p:ph type="pic" idx="4"/>
          </p:nvPr>
        </p:nvSpPr>
        <p:spPr>
          <a:xfrm>
            <a:off x="147352" y="3027807"/>
            <a:ext cx="2964656" cy="202530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item_body-slot-5 Placeholder"/>
          <p:cNvSpPr>
            <a:spLocks noGrp="1"/>
          </p:cNvSpPr>
          <p:nvPr>
            <p:ph type="body" idx="5"/>
          </p:nvPr>
        </p:nvSpPr>
        <p:spPr>
          <a:xfrm>
            <a:off x="685800" y="5163217"/>
            <a:ext cx="1934813" cy="1311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17655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42 Placeholder"/>
          <p:cNvSpPr>
            <a:spLocks noGrp="1"/>
          </p:cNvSpPr>
          <p:nvPr>
            <p:ph type="pic" idx="2"/>
          </p:nvPr>
        </p:nvSpPr>
        <p:spPr>
          <a:xfrm>
            <a:off x="3469196" y="1485995"/>
            <a:ext cx="4922044" cy="458200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callout_heading-slot-3 Placeholder"/>
          <p:cNvSpPr>
            <a:spLocks noGrp="1"/>
          </p:cNvSpPr>
          <p:nvPr>
            <p:ph type="title" idx="3"/>
          </p:nvPr>
        </p:nvSpPr>
        <p:spPr>
          <a:xfrm>
            <a:off x="7557611" y="1328452"/>
            <a:ext cx="2506123" cy="314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l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llout_body-slot-4 Placeholder"/>
          <p:cNvSpPr>
            <a:spLocks noGrp="1"/>
          </p:cNvSpPr>
          <p:nvPr>
            <p:ph type="body" idx="4"/>
          </p:nvPr>
        </p:nvSpPr>
        <p:spPr>
          <a:xfrm>
            <a:off x="7557611" y="1746028"/>
            <a:ext cx="2783396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llout_heading-slot-5 Placeholder"/>
          <p:cNvSpPr>
            <a:spLocks noGrp="1"/>
          </p:cNvSpPr>
          <p:nvPr>
            <p:ph type="title" idx="5"/>
          </p:nvPr>
        </p:nvSpPr>
        <p:spPr>
          <a:xfrm>
            <a:off x="9000077" y="4095464"/>
            <a:ext cx="2506123" cy="314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l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llout_body-slot-6 Placeholder"/>
          <p:cNvSpPr>
            <a:spLocks noGrp="1"/>
          </p:cNvSpPr>
          <p:nvPr>
            <p:ph type="body" idx="6"/>
          </p:nvPr>
        </p:nvSpPr>
        <p:spPr>
          <a:xfrm>
            <a:off x="9000077" y="4513136"/>
            <a:ext cx="2178939" cy="1620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llout_heading-slot-7 Placeholder"/>
          <p:cNvSpPr>
            <a:spLocks noGrp="1"/>
          </p:cNvSpPr>
          <p:nvPr>
            <p:ph type="title" idx="7"/>
          </p:nvPr>
        </p:nvSpPr>
        <p:spPr>
          <a:xfrm>
            <a:off x="700583" y="2603944"/>
            <a:ext cx="2506123" cy="314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r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callout_body-slot-8 Placeholder"/>
          <p:cNvSpPr>
            <a:spLocks noGrp="1"/>
          </p:cNvSpPr>
          <p:nvPr>
            <p:ph type="body" idx="8"/>
          </p:nvPr>
        </p:nvSpPr>
        <p:spPr>
          <a:xfrm>
            <a:off x="446551" y="3021616"/>
            <a:ext cx="2783396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386345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er_text-slot-2 Placeholder"/>
          <p:cNvSpPr>
            <a:spLocks noGrp="1"/>
          </p:cNvSpPr>
          <p:nvPr>
            <p:ph type="body" idx="2"/>
          </p:nvPr>
        </p:nvSpPr>
        <p:spPr>
          <a:xfrm>
            <a:off x="1619060" y="660368"/>
            <a:ext cx="8953976" cy="756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4800"/>
            </a:lvl1pPr>
          </a:lstStyle>
          <a:p>
            <a:pPr algn="ctr"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" name="presenton-supporting_header_text-slot-3 Placeholder"/>
          <p:cNvSpPr>
            <a:spLocks noGrp="1"/>
          </p:cNvSpPr>
          <p:nvPr>
            <p:ph type="body" idx="3"/>
          </p:nvPr>
        </p:nvSpPr>
        <p:spPr>
          <a:xfrm>
            <a:off x="1760696" y="1436846"/>
            <a:ext cx="8356568" cy="593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_text-slot-5 Placeholder"/>
          <p:cNvSpPr>
            <a:spLocks noGrp="1"/>
          </p:cNvSpPr>
          <p:nvPr>
            <p:ph type="title" idx="5"/>
          </p:nvPr>
        </p:nvSpPr>
        <p:spPr>
          <a:xfrm>
            <a:off x="1464088" y="2649855"/>
            <a:ext cx="2191131" cy="3044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60"/>
            </a:lvl1pPr>
          </a:lstStyle>
          <a:p>
            <a:pPr algn="l"/>
            <a:r>
              <a:rPr lang="en-US" sz="176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large_value-slot-6 Placeholder"/>
          <p:cNvSpPr>
            <a:spLocks noGrp="1"/>
          </p:cNvSpPr>
          <p:nvPr>
            <p:ph type="body" idx="6"/>
          </p:nvPr>
        </p:nvSpPr>
        <p:spPr>
          <a:xfrm>
            <a:off x="1464088" y="2976467"/>
            <a:ext cx="2434018" cy="596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530"/>
            </a:lvl1pPr>
          </a:lstStyle>
          <a:p>
            <a:pPr algn="l" marL="0" indent="0">
              <a:buNone/>
            </a:pPr>
            <a:r>
              <a:rPr lang="en-US" sz="35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27347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title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4582001" cy="27571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copy-slot-3 Placeholder"/>
          <p:cNvSpPr>
            <a:spLocks noGrp="1"/>
          </p:cNvSpPr>
          <p:nvPr>
            <p:ph type="body" idx="3"/>
          </p:nvPr>
        </p:nvSpPr>
        <p:spPr>
          <a:xfrm>
            <a:off x="685800" y="3578352"/>
            <a:ext cx="4156710" cy="284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section_heading-slot-4 Placeholder"/>
          <p:cNvSpPr>
            <a:spLocks noGrp="1"/>
          </p:cNvSpPr>
          <p:nvPr>
            <p:ph type="title" idx="4"/>
          </p:nvPr>
        </p:nvSpPr>
        <p:spPr>
          <a:xfrm>
            <a:off x="6524530" y="654082"/>
            <a:ext cx="4787360" cy="292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section_body-slot-5 Placeholder"/>
          <p:cNvSpPr>
            <a:spLocks noGrp="1"/>
          </p:cNvSpPr>
          <p:nvPr>
            <p:ph type="body" idx="5"/>
          </p:nvPr>
        </p:nvSpPr>
        <p:spPr>
          <a:xfrm>
            <a:off x="6524530" y="1040320"/>
            <a:ext cx="4981670" cy="801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8864765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2 Placeholder"/>
          <p:cNvSpPr>
            <a:spLocks noGrp="1"/>
          </p:cNvSpPr>
          <p:nvPr>
            <p:ph type="title" idx="2"/>
          </p:nvPr>
        </p:nvSpPr>
        <p:spPr>
          <a:xfrm>
            <a:off x="3048000" y="1905000"/>
            <a:ext cx="60007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text-slot-3 Placeholder"/>
          <p:cNvSpPr>
            <a:spLocks noGrp="1"/>
          </p:cNvSpPr>
          <p:nvPr>
            <p:ph type="body" idx="3"/>
          </p:nvPr>
        </p:nvSpPr>
        <p:spPr>
          <a:xfrm>
            <a:off x="3048000" y="3486150"/>
            <a:ext cx="6096000" cy="1248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ctr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6404245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670902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3 Placeholder"/>
          <p:cNvSpPr>
            <a:spLocks noGrp="1"/>
          </p:cNvSpPr>
          <p:nvPr>
            <p:ph type="title" idx="3"/>
          </p:nvPr>
        </p:nvSpPr>
        <p:spPr>
          <a:xfrm>
            <a:off x="685800" y="1366695"/>
            <a:ext cx="6572088" cy="9980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dirty="0">
                <a:solidFill>
                  <a:srgbClr val="D9D9D9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49 Placeholder"/>
          <p:cNvSpPr>
            <a:spLocks noGrp="1"/>
          </p:cNvSpPr>
          <p:nvPr>
            <p:ph type="pic" idx="5"/>
          </p:nvPr>
        </p:nvSpPr>
        <p:spPr>
          <a:xfrm>
            <a:off x="1775460" y="2421160"/>
            <a:ext cx="198882" cy="21278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heading-slot-6 Placeholder"/>
          <p:cNvSpPr>
            <a:spLocks noGrp="1"/>
          </p:cNvSpPr>
          <p:nvPr>
            <p:ph type="title" idx="6"/>
          </p:nvPr>
        </p:nvSpPr>
        <p:spPr>
          <a:xfrm>
            <a:off x="1272350" y="2775394"/>
            <a:ext cx="1280827" cy="2007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20"/>
            </a:lvl1pPr>
          </a:lstStyle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7 Placeholder"/>
          <p:cNvSpPr>
            <a:spLocks noGrp="1"/>
          </p:cNvSpPr>
          <p:nvPr>
            <p:ph type="body" idx="7"/>
          </p:nvPr>
        </p:nvSpPr>
        <p:spPr>
          <a:xfrm>
            <a:off x="788384" y="2984849"/>
            <a:ext cx="2173034" cy="95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100"/>
            </a:lvl1pPr>
          </a:lstStyle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51 Placeholder"/>
          <p:cNvSpPr>
            <a:spLocks noGrp="1"/>
          </p:cNvSpPr>
          <p:nvPr>
            <p:ph type="pic" idx="9"/>
          </p:nvPr>
        </p:nvSpPr>
        <p:spPr>
          <a:xfrm>
            <a:off x="1779651" y="4526947"/>
            <a:ext cx="190595" cy="18088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card_heading-slot-10 Placeholder"/>
          <p:cNvSpPr>
            <a:spLocks noGrp="1"/>
          </p:cNvSpPr>
          <p:nvPr>
            <p:ph type="title" idx="10"/>
          </p:nvPr>
        </p:nvSpPr>
        <p:spPr>
          <a:xfrm>
            <a:off x="947547" y="4854321"/>
            <a:ext cx="1887188" cy="2007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20"/>
            </a:lvl1pPr>
          </a:lstStyle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11 Placeholder"/>
          <p:cNvSpPr>
            <a:spLocks noGrp="1"/>
          </p:cNvSpPr>
          <p:nvPr>
            <p:ph type="body" idx="11"/>
          </p:nvPr>
        </p:nvSpPr>
        <p:spPr>
          <a:xfrm>
            <a:off x="788384" y="5074539"/>
            <a:ext cx="2173034" cy="965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100"/>
            </a:lvl1pPr>
          </a:lstStyle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image-slot-53 Placeholder"/>
          <p:cNvSpPr>
            <a:spLocks noGrp="1"/>
          </p:cNvSpPr>
          <p:nvPr>
            <p:ph type="pic" idx="13"/>
          </p:nvPr>
        </p:nvSpPr>
        <p:spPr>
          <a:xfrm>
            <a:off x="4505420" y="3479578"/>
            <a:ext cx="198025" cy="174593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1" name="presenton-card_heading-slot-14 Placeholder"/>
          <p:cNvSpPr>
            <a:spLocks noGrp="1"/>
          </p:cNvSpPr>
          <p:nvPr>
            <p:ph type="title" idx="14"/>
          </p:nvPr>
        </p:nvSpPr>
        <p:spPr>
          <a:xfrm>
            <a:off x="3752850" y="3825430"/>
            <a:ext cx="1594771" cy="2007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20"/>
            </a:lvl1pPr>
          </a:lstStyle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card_body-slot-15 Placeholder"/>
          <p:cNvSpPr>
            <a:spLocks noGrp="1"/>
          </p:cNvSpPr>
          <p:nvPr>
            <p:ph type="body" idx="15"/>
          </p:nvPr>
        </p:nvSpPr>
        <p:spPr>
          <a:xfrm>
            <a:off x="3517868" y="4024122"/>
            <a:ext cx="2173034" cy="1073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100"/>
            </a:lvl1pPr>
          </a:lstStyle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image-slot-54 Placeholder"/>
          <p:cNvSpPr>
            <a:spLocks noGrp="1"/>
          </p:cNvSpPr>
          <p:nvPr>
            <p:ph type="pic" idx="16"/>
          </p:nvPr>
        </p:nvSpPr>
        <p:spPr>
          <a:xfrm>
            <a:off x="7745730" y="609505"/>
            <a:ext cx="3760470" cy="563889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7295003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line-slot-2 Placeholder"/>
          <p:cNvSpPr>
            <a:spLocks noGrp="1"/>
          </p:cNvSpPr>
          <p:nvPr>
            <p:ph type="title" idx="2"/>
          </p:nvPr>
        </p:nvSpPr>
        <p:spPr>
          <a:xfrm>
            <a:off x="685800" y="1524857"/>
            <a:ext cx="7405402" cy="24107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3 Placeholder"/>
          <p:cNvSpPr>
            <a:spLocks noGrp="1"/>
          </p:cNvSpPr>
          <p:nvPr>
            <p:ph type="body" idx="3"/>
          </p:nvPr>
        </p:nvSpPr>
        <p:spPr>
          <a:xfrm>
            <a:off x="685800" y="3912584"/>
            <a:ext cx="7380827" cy="120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94673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882496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metric_value-slot-3 Placeholder"/>
          <p:cNvSpPr>
            <a:spLocks noGrp="1"/>
          </p:cNvSpPr>
          <p:nvPr>
            <p:ph type="body" idx="3"/>
          </p:nvPr>
        </p:nvSpPr>
        <p:spPr>
          <a:xfrm>
            <a:off x="810292" y="4545997"/>
            <a:ext cx="3419951" cy="596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530"/>
            </a:lvl1pPr>
          </a:lstStyle>
          <a:p>
            <a:pPr algn="l" marL="0" indent="0">
              <a:buNone/>
            </a:pPr>
            <a:r>
              <a:rPr lang="en-US" sz="35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heading-slot-4 Placeholder"/>
          <p:cNvSpPr>
            <a:spLocks noGrp="1"/>
          </p:cNvSpPr>
          <p:nvPr>
            <p:ph type="title" idx="4"/>
          </p:nvPr>
        </p:nvSpPr>
        <p:spPr>
          <a:xfrm>
            <a:off x="810292" y="5283422"/>
            <a:ext cx="2733008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metric_description-slot-5 Placeholder"/>
          <p:cNvSpPr>
            <a:spLocks noGrp="1"/>
          </p:cNvSpPr>
          <p:nvPr>
            <p:ph type="body" idx="5"/>
          </p:nvPr>
        </p:nvSpPr>
        <p:spPr>
          <a:xfrm>
            <a:off x="810292" y="5650611"/>
            <a:ext cx="347491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49463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2 Placeholder"/>
          <p:cNvSpPr>
            <a:spLocks noGrp="1"/>
          </p:cNvSpPr>
          <p:nvPr>
            <p:ph type="title" idx="2"/>
          </p:nvPr>
        </p:nvSpPr>
        <p:spPr>
          <a:xfrm>
            <a:off x="732472" y="660368"/>
            <a:ext cx="5993606" cy="756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heading_support_text-slot-3 Placeholder"/>
          <p:cNvSpPr>
            <a:spLocks noGrp="1"/>
          </p:cNvSpPr>
          <p:nvPr>
            <p:ph type="title" idx="3"/>
          </p:nvPr>
        </p:nvSpPr>
        <p:spPr>
          <a:xfrm>
            <a:off x="685800" y="1467040"/>
            <a:ext cx="6086856" cy="593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value_label-slot-5 Placeholder"/>
          <p:cNvSpPr>
            <a:spLocks noGrp="1"/>
          </p:cNvSpPr>
          <p:nvPr>
            <p:ph type="body" idx="5"/>
          </p:nvPr>
        </p:nvSpPr>
        <p:spPr>
          <a:xfrm>
            <a:off x="3094863" y="1218438"/>
            <a:ext cx="1118711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30"/>
            </a:lvl1pPr>
          </a:lstStyle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body_text-slot-6 Placeholder"/>
          <p:cNvSpPr>
            <a:spLocks noGrp="1"/>
          </p:cNvSpPr>
          <p:nvPr>
            <p:ph type="body" idx="6"/>
          </p:nvPr>
        </p:nvSpPr>
        <p:spPr>
          <a:xfrm>
            <a:off x="2901506" y="1990725"/>
            <a:ext cx="1505426" cy="1347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value_label-slot-8 Placeholder"/>
          <p:cNvSpPr>
            <a:spLocks noGrp="1"/>
          </p:cNvSpPr>
          <p:nvPr>
            <p:ph type="body" idx="8"/>
          </p:nvPr>
        </p:nvSpPr>
        <p:spPr>
          <a:xfrm>
            <a:off x="6314504" y="1462754"/>
            <a:ext cx="1118711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30"/>
            </a:lvl1pPr>
          </a:lstStyle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card_body_text-slot-9 Placeholder"/>
          <p:cNvSpPr>
            <a:spLocks noGrp="1"/>
          </p:cNvSpPr>
          <p:nvPr>
            <p:ph type="body" idx="9"/>
          </p:nvPr>
        </p:nvSpPr>
        <p:spPr>
          <a:xfrm>
            <a:off x="6121146" y="2267998"/>
            <a:ext cx="1505426" cy="1347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value_label-slot-11 Placeholder"/>
          <p:cNvSpPr>
            <a:spLocks noGrp="1"/>
          </p:cNvSpPr>
          <p:nvPr>
            <p:ph type="body" idx="11"/>
          </p:nvPr>
        </p:nvSpPr>
        <p:spPr>
          <a:xfrm>
            <a:off x="9534334" y="1157288"/>
            <a:ext cx="1118711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30"/>
            </a:lvl1pPr>
          </a:lstStyle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card_body_text-slot-12 Placeholder"/>
          <p:cNvSpPr>
            <a:spLocks noGrp="1"/>
          </p:cNvSpPr>
          <p:nvPr>
            <p:ph type="body" idx="12"/>
          </p:nvPr>
        </p:nvSpPr>
        <p:spPr>
          <a:xfrm>
            <a:off x="9342882" y="1943767"/>
            <a:ext cx="1505426" cy="13475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8490792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4559236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metric_description-slot-3 Placeholder"/>
          <p:cNvSpPr>
            <a:spLocks noGrp="1"/>
          </p:cNvSpPr>
          <p:nvPr>
            <p:ph type="body" idx="3"/>
          </p:nvPr>
        </p:nvSpPr>
        <p:spPr>
          <a:xfrm>
            <a:off x="6524530" y="667226"/>
            <a:ext cx="3904012" cy="528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value-slot-4 Placeholder"/>
          <p:cNvSpPr>
            <a:spLocks noGrp="1"/>
          </p:cNvSpPr>
          <p:nvPr>
            <p:ph type="body" idx="4"/>
          </p:nvPr>
        </p:nvSpPr>
        <p:spPr>
          <a:xfrm>
            <a:off x="10315956" y="1118997"/>
            <a:ext cx="1118711" cy="635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30"/>
            </a:lvl1pPr>
          </a:lstStyle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6547708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3099244" y="1024223"/>
            <a:ext cx="5993606" cy="151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metric_value-slot-3 Placeholder"/>
          <p:cNvSpPr>
            <a:spLocks noGrp="1"/>
          </p:cNvSpPr>
          <p:nvPr>
            <p:ph type="body" idx="3"/>
          </p:nvPr>
        </p:nvSpPr>
        <p:spPr>
          <a:xfrm>
            <a:off x="685800" y="3392424"/>
            <a:ext cx="1238250" cy="638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30"/>
            </a:lvl1pPr>
          </a:lstStyle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description-slot-4 Placeholder"/>
          <p:cNvSpPr>
            <a:spLocks noGrp="1"/>
          </p:cNvSpPr>
          <p:nvPr>
            <p:ph type="body" idx="4"/>
          </p:nvPr>
        </p:nvSpPr>
        <p:spPr>
          <a:xfrm>
            <a:off x="685800" y="4173474"/>
            <a:ext cx="2514600" cy="1352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ct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668329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4694110" cy="756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left_column_header-slot-3 Placeholder"/>
          <p:cNvSpPr>
            <a:spLocks noGrp="1"/>
          </p:cNvSpPr>
          <p:nvPr>
            <p:ph type="body" idx="3"/>
          </p:nvPr>
        </p:nvSpPr>
        <p:spPr>
          <a:xfrm>
            <a:off x="6495383" y="964882"/>
            <a:ext cx="1410748" cy="268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iddle_column_header-slot-4 Placeholder"/>
          <p:cNvSpPr>
            <a:spLocks noGrp="1"/>
          </p:cNvSpPr>
          <p:nvPr>
            <p:ph type="body" idx="4"/>
          </p:nvPr>
        </p:nvSpPr>
        <p:spPr>
          <a:xfrm>
            <a:off x="8734234" y="964882"/>
            <a:ext cx="1092994" cy="268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right_column_header-slot-5 Placeholder"/>
          <p:cNvSpPr>
            <a:spLocks noGrp="1"/>
          </p:cNvSpPr>
          <p:nvPr>
            <p:ph type="body" idx="5"/>
          </p:nvPr>
        </p:nvSpPr>
        <p:spPr>
          <a:xfrm>
            <a:off x="10287190" y="964882"/>
            <a:ext cx="897636" cy="268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irst_row_title-slot-6 Placeholder"/>
          <p:cNvSpPr>
            <a:spLocks noGrp="1"/>
          </p:cNvSpPr>
          <p:nvPr>
            <p:ph type="title" idx="6"/>
          </p:nvPr>
        </p:nvSpPr>
        <p:spPr>
          <a:xfrm>
            <a:off x="6495383" y="1839563"/>
            <a:ext cx="1028795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first_row_description-slot-7 Placeholder"/>
          <p:cNvSpPr>
            <a:spLocks noGrp="1"/>
          </p:cNvSpPr>
          <p:nvPr>
            <p:ph type="body" idx="7"/>
          </p:nvPr>
        </p:nvSpPr>
        <p:spPr>
          <a:xfrm>
            <a:off x="6495383" y="2206847"/>
            <a:ext cx="1506760" cy="255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first_row_primary_value-slot-8 Placeholder"/>
          <p:cNvSpPr>
            <a:spLocks noGrp="1"/>
          </p:cNvSpPr>
          <p:nvPr>
            <p:ph type="body" idx="8"/>
          </p:nvPr>
        </p:nvSpPr>
        <p:spPr>
          <a:xfrm>
            <a:off x="8871871" y="1998059"/>
            <a:ext cx="1045178" cy="292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first_row_secondary_value-slot-9 Placeholder"/>
          <p:cNvSpPr>
            <a:spLocks noGrp="1"/>
          </p:cNvSpPr>
          <p:nvPr>
            <p:ph type="body" idx="9"/>
          </p:nvPr>
        </p:nvSpPr>
        <p:spPr>
          <a:xfrm>
            <a:off x="10471690" y="2034254"/>
            <a:ext cx="830675" cy="282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second_row_title-slot-10 Placeholder"/>
          <p:cNvSpPr>
            <a:spLocks noGrp="1"/>
          </p:cNvSpPr>
          <p:nvPr>
            <p:ph type="title" idx="10"/>
          </p:nvPr>
        </p:nvSpPr>
        <p:spPr>
          <a:xfrm>
            <a:off x="6495383" y="3074289"/>
            <a:ext cx="1149858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second_row_description-slot-11 Placeholder"/>
          <p:cNvSpPr>
            <a:spLocks noGrp="1"/>
          </p:cNvSpPr>
          <p:nvPr>
            <p:ph type="body" idx="11"/>
          </p:nvPr>
        </p:nvSpPr>
        <p:spPr>
          <a:xfrm>
            <a:off x="6495383" y="3441573"/>
            <a:ext cx="1684210" cy="255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second_row_primary_value-slot-12 Placeholder"/>
          <p:cNvSpPr>
            <a:spLocks noGrp="1"/>
          </p:cNvSpPr>
          <p:nvPr>
            <p:ph type="body" idx="12"/>
          </p:nvPr>
        </p:nvSpPr>
        <p:spPr>
          <a:xfrm>
            <a:off x="8871871" y="3232785"/>
            <a:ext cx="958501" cy="292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second_row_secondary_value-slot-13 Placeholder"/>
          <p:cNvSpPr>
            <a:spLocks noGrp="1"/>
          </p:cNvSpPr>
          <p:nvPr>
            <p:ph type="body" idx="13"/>
          </p:nvPr>
        </p:nvSpPr>
        <p:spPr>
          <a:xfrm>
            <a:off x="10367391" y="3236500"/>
            <a:ext cx="1072991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third_row_title-slot-14 Placeholder"/>
          <p:cNvSpPr>
            <a:spLocks noGrp="1"/>
          </p:cNvSpPr>
          <p:nvPr>
            <p:ph type="title" idx="14"/>
          </p:nvPr>
        </p:nvSpPr>
        <p:spPr>
          <a:xfrm>
            <a:off x="6495383" y="4309015"/>
            <a:ext cx="1228249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third_row_description-slot-15 Placeholder"/>
          <p:cNvSpPr>
            <a:spLocks noGrp="1"/>
          </p:cNvSpPr>
          <p:nvPr>
            <p:ph type="body" idx="15"/>
          </p:nvPr>
        </p:nvSpPr>
        <p:spPr>
          <a:xfrm>
            <a:off x="6495383" y="4676299"/>
            <a:ext cx="1798987" cy="255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third_row_primary_value-slot-16 Placeholder"/>
          <p:cNvSpPr>
            <a:spLocks noGrp="1"/>
          </p:cNvSpPr>
          <p:nvPr>
            <p:ph type="body" idx="16"/>
          </p:nvPr>
        </p:nvSpPr>
        <p:spPr>
          <a:xfrm>
            <a:off x="8871871" y="4467511"/>
            <a:ext cx="1012698" cy="292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presenton-third_row_secondary_value-slot-17 Placeholder"/>
          <p:cNvSpPr>
            <a:spLocks noGrp="1"/>
          </p:cNvSpPr>
          <p:nvPr>
            <p:ph type="body" idx="17"/>
          </p:nvPr>
        </p:nvSpPr>
        <p:spPr>
          <a:xfrm>
            <a:off x="10508170" y="4503706"/>
            <a:ext cx="661511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presenton-fourth_row_title-slot-18 Placeholder"/>
          <p:cNvSpPr>
            <a:spLocks noGrp="1"/>
          </p:cNvSpPr>
          <p:nvPr>
            <p:ph type="title" idx="18"/>
          </p:nvPr>
        </p:nvSpPr>
        <p:spPr>
          <a:xfrm>
            <a:off x="6495383" y="5543740"/>
            <a:ext cx="1410748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9" name="presenton-fourth_row_description-slot-19 Placeholder"/>
          <p:cNvSpPr>
            <a:spLocks noGrp="1"/>
          </p:cNvSpPr>
          <p:nvPr>
            <p:ph type="body" idx="19"/>
          </p:nvPr>
        </p:nvSpPr>
        <p:spPr>
          <a:xfrm>
            <a:off x="6495383" y="5911024"/>
            <a:ext cx="2066258" cy="255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0" name="presenton-fourth_row_primary_value-slot-20 Placeholder"/>
          <p:cNvSpPr>
            <a:spLocks noGrp="1"/>
          </p:cNvSpPr>
          <p:nvPr>
            <p:ph type="body" idx="20"/>
          </p:nvPr>
        </p:nvSpPr>
        <p:spPr>
          <a:xfrm>
            <a:off x="8871871" y="5702236"/>
            <a:ext cx="882777" cy="292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730"/>
            </a:lvl1pPr>
          </a:lstStyle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1" name="presenton-fourth_row_secondary_value-slot-21 Placeholder"/>
          <p:cNvSpPr>
            <a:spLocks noGrp="1"/>
          </p:cNvSpPr>
          <p:nvPr>
            <p:ph type="body" idx="21"/>
          </p:nvPr>
        </p:nvSpPr>
        <p:spPr>
          <a:xfrm>
            <a:off x="10540651" y="5738432"/>
            <a:ext cx="693992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522453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_text-slot-2 Placeholder"/>
          <p:cNvSpPr>
            <a:spLocks noGrp="1"/>
          </p:cNvSpPr>
          <p:nvPr>
            <p:ph type="title" idx="2"/>
          </p:nvPr>
        </p:nvSpPr>
        <p:spPr>
          <a:xfrm>
            <a:off x="691610" y="666750"/>
            <a:ext cx="10837450" cy="1349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20983606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Dynamic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2 Placeholder"/>
          <p:cNvSpPr>
            <a:spLocks noGrp="1"/>
          </p:cNvSpPr>
          <p:nvPr>
            <p:ph type="title" idx="2"/>
          </p:nvPr>
        </p:nvSpPr>
        <p:spPr>
          <a:xfrm>
            <a:off x="685800" y="660368"/>
            <a:ext cx="5547074" cy="18110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ection_heading-slot-3 Placeholder"/>
          <p:cNvSpPr>
            <a:spLocks noGrp="1"/>
          </p:cNvSpPr>
          <p:nvPr>
            <p:ph type="title" idx="3"/>
          </p:nvPr>
        </p:nvSpPr>
        <p:spPr>
          <a:xfrm>
            <a:off x="6524530" y="1550860"/>
            <a:ext cx="5014722" cy="276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730"/>
            </a:lvl1pPr>
          </a:lstStyle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ection_body-slot-4 Placeholder"/>
          <p:cNvSpPr>
            <a:spLocks noGrp="1"/>
          </p:cNvSpPr>
          <p:nvPr>
            <p:ph type="body" idx="4"/>
          </p:nvPr>
        </p:nvSpPr>
        <p:spPr>
          <a:xfrm>
            <a:off x="6524530" y="1918144"/>
            <a:ext cx="4981670" cy="255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470"/>
            </a:lvl1pPr>
          </a:lstStyle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419223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  <Relationship Id="rId37" Type="http://schemas.openxmlformats.org/officeDocument/2006/relationships/slideLayout" Target="../slideLayouts/slideLayout36.xml"/>
  <Relationship Id="rId38" Type="http://schemas.openxmlformats.org/officeDocument/2006/relationships/slideLayout" Target="../slideLayouts/slideLayout37.xml"/>
  <Relationship Id="rId39" Type="http://schemas.openxmlformats.org/officeDocument/2006/relationships/slideLayout" Target="../slideLayouts/slideLayout38.xml"/>
  <Relationship Id="rId40" Type="http://schemas.openxmlformats.org/officeDocument/2006/relationships/slideLayout" Target="../slideLayouts/slideLayout39.xml"/>
  <Relationship Id="rId41" Type="http://schemas.openxmlformats.org/officeDocument/2006/relationships/slideLayout" Target="../slideLayouts/slideLayout40.xml"/>
  <Relationship Id="rId42" Type="http://schemas.openxmlformats.org/officeDocument/2006/relationships/slideLayout" Target="../slideLayouts/slideLayout41.xml"/>
  <Relationship Id="rId43" Type="http://schemas.openxmlformats.org/officeDocument/2006/relationships/slideLayout" Target="../slideLayouts/slideLayout42.xml"/>
  <Relationship Id="rId44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on Dynamic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dbcce4ebdd5426e7.jpg"/>
  <Relationship Id="rId3" Type="http://schemas.openxmlformats.org/officeDocument/2006/relationships/image" Target="../media/image_27ca0c75f9e0b9e1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dbcce4ebdd5426e7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dbcce4ebdd5426e7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dbcce4ebdd5426e7.jpg"/>
  <Relationship Id="rId3" Type="http://schemas.openxmlformats.org/officeDocument/2006/relationships/image" Target="../media/image_27ca0c75f9e0b9e1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dbcce4ebdd5426e7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ec22c378fdbde6ac.jpg"/>
  <Relationship Id="rId3" Type="http://schemas.openxmlformats.org/officeDocument/2006/relationships/image" Target="../media/image_27ca0c75f9e0b9e1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b38a06054c330612.jp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b98b3b73a5cd2e75.svg"/>
  <Relationship Id="rId4" Type="http://schemas.openxmlformats.org/officeDocument/2006/relationships/image" Target="../media/image_27ca0c75f9e0b9e1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7bc3692a6cc3e481.svg"/>
  <Relationship Id="rId4" Type="http://schemas.openxmlformats.org/officeDocument/2006/relationships/image" Target="../media/image_7f434cc2d0ea881b.sv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image" Target="../media/image_b38a06054c330612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dd92e1d07fd6383d.svg"/>
  <Relationship Id="rId4" Type="http://schemas.openxmlformats.org/officeDocument/2006/relationships/image" Target="../media/image_fd54d58b5bbb74e3.svg"/>
  <Relationship Id="rId5" Type="http://schemas.openxmlformats.org/officeDocument/2006/relationships/image" Target="../media/image_2e67c9d00fd33843.sv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b38a06054c330612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  <Relationship Id="rId2" Type="http://schemas.openxmlformats.org/officeDocument/2006/relationships/image" Target="../media/image_b38a06054c330612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5361d22be524a7eb.svg"/>
  <Relationship Id="rId4" Type="http://schemas.openxmlformats.org/officeDocument/2006/relationships/image" Target="../media/image_7f434cc2d0ea881b.svg"/>
  <Relationship Id="rId5" Type="http://schemas.openxmlformats.org/officeDocument/2006/relationships/image" Target="../media/image_7f434cc2d0ea881b.svg"/>
  <Relationship Id="rId6" Type="http://schemas.openxmlformats.org/officeDocument/2006/relationships/image" Target="../media/image_7f434cc2d0ea881b.svg"/>
  <Relationship Id="rId7" Type="http://schemas.openxmlformats.org/officeDocument/2006/relationships/image" Target="../media/image_7f434cc2d0ea881b.svg"/>
  <Relationship Id="rId8" Type="http://schemas.openxmlformats.org/officeDocument/2006/relationships/image" Target="../media/image_7f434cc2d0ea881b.sv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27ca0c75f9e0b9e1.pn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63f41c9901582c5a.sv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  <Relationship Id="rId2" Type="http://schemas.openxmlformats.org/officeDocument/2006/relationships/image" Target="../media/image_b38a06054c330612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  <Relationship Id="rId2" Type="http://schemas.openxmlformats.org/officeDocument/2006/relationships/image" Target="../media/image_b38a06054c330612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79bca94fd9049c42.svg"/>
  <Relationship Id="rId4" Type="http://schemas.openxmlformats.org/officeDocument/2006/relationships/image" Target="../media/image_7f434cc2d0ea881b.svg"/>
  <Relationship Id="rId5" Type="http://schemas.openxmlformats.org/officeDocument/2006/relationships/image" Target="../media/image_79bca94fd9049c42.svg"/>
  <Relationship Id="rId6" Type="http://schemas.openxmlformats.org/officeDocument/2006/relationships/image" Target="../media/image_7f434cc2d0ea881b.svg"/>
  <Relationship Id="rId7" Type="http://schemas.openxmlformats.org/officeDocument/2006/relationships/image" Target="../media/image_79bca94fd9049c42.svg"/>
  <Relationship Id="rId8" Type="http://schemas.openxmlformats.org/officeDocument/2006/relationships/image" Target="../media/image_7f434cc2d0ea881b.svg"/>
  <Relationship Id="rId9" Type="http://schemas.openxmlformats.org/officeDocument/2006/relationships/image" Target="../media/image_27ca0c75f9e0b9e1.pn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6.xml"/>
  <Relationship Id="rId2" Type="http://schemas.openxmlformats.org/officeDocument/2006/relationships/image" Target="../media/image_b38a06054c330612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7.xml"/>
  <Relationship Id="rId2" Type="http://schemas.openxmlformats.org/officeDocument/2006/relationships/image" Target="../media/image_b38a06054c330612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8.xml"/>
  <Relationship Id="rId2" Type="http://schemas.openxmlformats.org/officeDocument/2006/relationships/image" Target="../media/image_b38a06054c330612.jpg"/>
  <Relationship Id="rId3" Type="http://schemas.openxmlformats.org/officeDocument/2006/relationships/image" Target="../media/image_dd92e1d07fd6383d.svg"/>
  <Relationship Id="rId4" Type="http://schemas.openxmlformats.org/officeDocument/2006/relationships/image" Target="../media/image_fd54d58b5bbb74e3.svg"/>
  <Relationship Id="rId5" Type="http://schemas.openxmlformats.org/officeDocument/2006/relationships/image" Target="../media/image_2e67c9d00fd33843.sv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9.xml"/>
  <Relationship Id="rId2" Type="http://schemas.openxmlformats.org/officeDocument/2006/relationships/image" Target="../media/image_b38a06054c330612.jp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0.xml"/>
  <Relationship Id="rId2" Type="http://schemas.openxmlformats.org/officeDocument/2006/relationships/image" Target="../media/image_b38a06054c330612.jpg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1.xml"/>
  <Relationship Id="rId2" Type="http://schemas.openxmlformats.org/officeDocument/2006/relationships/image" Target="../media/image_b38a06054c330612.jpg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2.xml"/>
  <Relationship Id="rId2" Type="http://schemas.openxmlformats.org/officeDocument/2006/relationships/image" Target="../media/image_b38a06054c330612.jpg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3.xml"/>
  <Relationship Id="rId2" Type="http://schemas.openxmlformats.org/officeDocument/2006/relationships/image" Target="../media/image_b38a06054c330612.jp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main_heading-slot-2 Placeholder Carrier"/>
          <p:cNvSpPr txBox="1"/>
          <p:nvPr>
            <p:ph type="title" idx="2"/>
          </p:nvPr>
        </p:nvSpPr>
        <p:spPr>
          <a:xfrm>
            <a:off x="666750" y="1142333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copy-slot-3 Placeholder Carrier"/>
          <p:cNvSpPr txBox="1"/>
          <p:nvPr>
            <p:ph type="body" idx="3"/>
          </p:nvPr>
        </p:nvSpPr>
        <p:spPr>
          <a:xfrm>
            <a:off x="677673" y="1862704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resenton-caption_primary-slot-4 Placeholder Carrier"/>
          <p:cNvSpPr txBox="1"/>
          <p:nvPr>
            <p:ph type="body" idx="4"/>
          </p:nvPr>
        </p:nvSpPr>
        <p:spPr>
          <a:xfrm>
            <a:off x="676321" y="5606244"/>
            <a:ext cx="1303684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caption_secondary-slot-5 Placeholder Carrier"/>
          <p:cNvSpPr txBox="1"/>
          <p:nvPr>
            <p:ph type="body" idx="5"/>
          </p:nvPr>
        </p:nvSpPr>
        <p:spPr>
          <a:xfrm>
            <a:off x="679026" y="5974909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7425690" y="685800"/>
            <a:ext cx="4080510" cy="548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9" name="presenton-image-slot-2 Placeholder Carrier"/>
          <p:cNvPicPr>
            <a:picLocks noChangeAspect="1"/>
          </p:cNvPicPr>
          <p:nvPr>
            <p:ph type="pic" idx="6"/>
          </p:nvPr>
        </p:nvPicPr>
        <p:blipFill>
          <a:blip r:embed="rId3"/>
          <a:srcRect l="12636" t="0" r="12637" b="0"/>
          <a:stretch>
            <a:fillRect/>
          </a:stretch>
        </p:blipFill>
        <p:spPr>
          <a:xfrm>
            <a:off x="6725602" y="685800"/>
            <a:ext cx="5466398" cy="54864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column_number-slot-2 Placeholder Carrier"/>
          <p:cNvSpPr txBox="1"/>
          <p:nvPr>
            <p:ph type="body" idx="2"/>
          </p:nvPr>
        </p:nvSpPr>
        <p:spPr>
          <a:xfrm>
            <a:off x="-533963" y="952471"/>
            <a:ext cx="5073951" cy="1416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73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presenton-column_heading-slot-3 Placeholder Carrier"/>
          <p:cNvSpPr txBox="1"/>
          <p:nvPr>
            <p:ph type="title" idx="3"/>
          </p:nvPr>
        </p:nvSpPr>
        <p:spPr>
          <a:xfrm>
            <a:off x="1433274" y="175554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column_body-slot-4 Placeholder Carrier"/>
          <p:cNvSpPr txBox="1"/>
          <p:nvPr>
            <p:ph type="body" idx="4"/>
          </p:nvPr>
        </p:nvSpPr>
        <p:spPr>
          <a:xfrm>
            <a:off x="1651131" y="5159402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Line 7"/>
          <p:cNvSpPr/>
          <p:nvPr/>
        </p:nvSpPr>
        <p:spPr>
          <a:xfrm>
            <a:off x="3609689" y="685800"/>
            <a:ext cx="9525" cy="5486400"/>
          </a:xfrm>
          <a:custGeom>
            <a:avLst/>
            <a:gdLst/>
            <a:ahLst/>
            <a:cxnLst/>
            <a:rect l="l" t="t" r="r" b="b"/>
            <a:pathLst>
              <a:path w="9525" h="5486400">
                <a:moveTo>
                  <a:pt x="0" y="0"/>
                </a:moveTo>
                <a:lnTo>
                  <a:pt x="9525" y="5486400"/>
                </a:lnTo>
              </a:path>
            </a:pathLst>
          </a:custGeom>
          <a:noFill/>
          <a:ln w="9525">
            <a:solidFill>
              <a:srgbClr val="DD4818"/>
            </a:solidFill>
          </a:ln>
        </p:spPr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main_heading-slot-2 Placeholder Carrier"/>
          <p:cNvSpPr txBox="1"/>
          <p:nvPr>
            <p:ph type="title" idx="2"/>
          </p:nvPr>
        </p:nvSpPr>
        <p:spPr>
          <a:xfrm>
            <a:off x="4392307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text-slot-3 Placeholder Carrier"/>
          <p:cNvSpPr txBox="1"/>
          <p:nvPr>
            <p:ph type="body" idx="3"/>
          </p:nvPr>
        </p:nvSpPr>
        <p:spPr>
          <a:xfrm>
            <a:off x="5564430" y="2399438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olygon 6"/>
          <p:cNvSpPr/>
          <p:nvPr/>
        </p:nvSpPr>
        <p:spPr>
          <a:xfrm>
            <a:off x="5104066" y="5805583"/>
            <a:ext cx="366617" cy="366617"/>
          </a:xfrm>
          <a:custGeom>
            <a:avLst/>
            <a:gdLst/>
            <a:ahLst/>
            <a:cxnLst/>
            <a:rect l="l" t="t" r="r" b="b"/>
            <a:pathLst>
              <a:path w="366617" h="366617">
                <a:moveTo>
                  <a:pt x="183309" y="0"/>
                </a:moveTo>
                <a:lnTo>
                  <a:pt x="366617" y="183309"/>
                </a:lnTo>
                <a:lnTo>
                  <a:pt x="183309" y="366617"/>
                </a:lnTo>
                <a:lnTo>
                  <a:pt x="0" y="183309"/>
                </a:lnTo>
                <a:close/>
              </a:path>
            </a:pathLst>
          </a:custGeom>
          <a:solidFill>
            <a:srgbClr val="FF7133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5276469" y="5805583"/>
            <a:ext cx="366617" cy="366617"/>
          </a:xfrm>
          <a:custGeom>
            <a:avLst/>
            <a:gdLst/>
            <a:ahLst/>
            <a:cxnLst/>
            <a:rect l="l" t="t" r="r" b="b"/>
            <a:pathLst>
              <a:path w="366617" h="366617">
                <a:moveTo>
                  <a:pt x="183309" y="0"/>
                </a:moveTo>
                <a:lnTo>
                  <a:pt x="366617" y="183309"/>
                </a:lnTo>
                <a:lnTo>
                  <a:pt x="183309" y="366617"/>
                </a:lnTo>
                <a:lnTo>
                  <a:pt x="0" y="183309"/>
                </a:lnTo>
                <a:close/>
              </a:path>
            </a:pathLst>
          </a:custGeom>
          <a:solidFill>
            <a:srgbClr val="FF7133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5448871" y="5805583"/>
            <a:ext cx="366617" cy="366617"/>
          </a:xfrm>
          <a:custGeom>
            <a:avLst/>
            <a:gdLst/>
            <a:ahLst/>
            <a:cxnLst/>
            <a:rect l="l" t="t" r="r" b="b"/>
            <a:pathLst>
              <a:path w="366617" h="366617">
                <a:moveTo>
                  <a:pt x="183309" y="0"/>
                </a:moveTo>
                <a:lnTo>
                  <a:pt x="366617" y="183309"/>
                </a:lnTo>
                <a:lnTo>
                  <a:pt x="183309" y="366617"/>
                </a:lnTo>
                <a:lnTo>
                  <a:pt x="0" y="183309"/>
                </a:lnTo>
                <a:close/>
              </a:path>
            </a:pathLst>
          </a:custGeom>
          <a:solidFill>
            <a:srgbClr val="FF7133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5621274" y="5805583"/>
            <a:ext cx="366617" cy="366617"/>
          </a:xfrm>
          <a:custGeom>
            <a:avLst/>
            <a:gdLst/>
            <a:ahLst/>
            <a:cxnLst/>
            <a:rect l="l" t="t" r="r" b="b"/>
            <a:pathLst>
              <a:path w="366617" h="366617">
                <a:moveTo>
                  <a:pt x="183309" y="0"/>
                </a:moveTo>
                <a:lnTo>
                  <a:pt x="366617" y="183309"/>
                </a:lnTo>
                <a:lnTo>
                  <a:pt x="183309" y="366617"/>
                </a:lnTo>
                <a:lnTo>
                  <a:pt x="0" y="183309"/>
                </a:lnTo>
                <a:close/>
              </a:path>
            </a:pathLst>
          </a:custGeom>
          <a:solidFill>
            <a:srgbClr val="FF7133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685800" y="804577"/>
            <a:ext cx="10820400" cy="3771900"/>
          </a:xfrm>
          <a:prstGeom prst="roundRect">
            <a:avLst>
              <a:gd name="adj" fmla="val 1851"/>
            </a:avLst>
          </a:prstGeom>
          <a:noFill/>
          <a:ln>
            <a:noFill/>
          </a:ln>
        </p:spPr>
      </p:sp>
      <p:pic>
        <p:nvPicPr>
          <p:cNvPr id="5" name="presenton-image-slot-6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26702" r="0" b="26701"/>
          <a:stretch>
            <a:fillRect/>
          </a:stretch>
        </p:blipFill>
        <p:spPr>
          <a:xfrm>
            <a:off x="685895" y="805148"/>
            <a:ext cx="10820400" cy="3781520"/>
          </a:xfrm>
          <a:prstGeom prst="rect">
            <a:avLst/>
          </a:prstGeom>
        </p:spPr>
      </p:pic>
      <p:sp>
        <p:nvSpPr>
          <p:cNvPr id="6" name="presenton-large_heading-slot-3 Placeholder Carrier"/>
          <p:cNvSpPr txBox="1"/>
          <p:nvPr>
            <p:ph type="title" idx="3"/>
          </p:nvPr>
        </p:nvSpPr>
        <p:spPr>
          <a:xfrm>
            <a:off x="731710" y="5448681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paragraph-slot-4 Placeholder Carrier"/>
          <p:cNvSpPr txBox="1"/>
          <p:nvPr>
            <p:ph type="body" idx="4"/>
          </p:nvPr>
        </p:nvSpPr>
        <p:spPr>
          <a:xfrm>
            <a:off x="7351936" y="5311326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heading_text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olygon 5"/>
          <p:cNvSpPr/>
          <p:nvPr/>
        </p:nvSpPr>
        <p:spPr>
          <a:xfrm>
            <a:off x="685800" y="3633692"/>
            <a:ext cx="3387471" cy="2538508"/>
          </a:xfrm>
          <a:custGeom>
            <a:avLst/>
            <a:gdLst/>
            <a:ahLst/>
            <a:cxnLst/>
            <a:rect l="l" t="t" r="r" b="b"/>
            <a:pathLst>
              <a:path w="3387471" h="2538508">
                <a:moveTo>
                  <a:pt x="0" y="0"/>
                </a:moveTo>
                <a:lnTo>
                  <a:pt x="3387471" y="0"/>
                </a:lnTo>
                <a:lnTo>
                  <a:pt x="3387471" y="2538508"/>
                </a:lnTo>
                <a:lnTo>
                  <a:pt x="0" y="2538508"/>
                </a:lnTo>
                <a:close/>
              </a:path>
            </a:pathLst>
          </a:custGeom>
          <a:solidFill>
            <a:srgbClr val="111111">
              <a:alpha val="96000"/>
            </a:srgbClr>
          </a:solidFill>
          <a:ln>
            <a:noFill/>
          </a:ln>
        </p:spPr>
      </p:sp>
      <p:sp>
        <p:nvSpPr>
          <p:cNvPr id="6" name="presenton-body_text-slot-3 Placeholder Carrier"/>
          <p:cNvSpPr txBox="1"/>
          <p:nvPr>
            <p:ph type="body" idx="3"/>
          </p:nvPr>
        </p:nvSpPr>
        <p:spPr>
          <a:xfrm>
            <a:off x="857505" y="3810757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primary_label-slot-4 Placeholder Carrier"/>
          <p:cNvSpPr txBox="1"/>
          <p:nvPr>
            <p:ph type="body" idx="4"/>
          </p:nvPr>
        </p:nvSpPr>
        <p:spPr>
          <a:xfrm>
            <a:off x="858183" y="5483471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secondary_label-slot-5 Placeholder Carrier"/>
          <p:cNvSpPr txBox="1"/>
          <p:nvPr>
            <p:ph type="body" idx="5"/>
          </p:nvPr>
        </p:nvSpPr>
        <p:spPr>
          <a:xfrm>
            <a:off x="858858" y="5764025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primary_heading-slot-2 Placeholder Carrier"/>
          <p:cNvSpPr txBox="1"/>
          <p:nvPr>
            <p:ph type="title" idx="2"/>
          </p:nvPr>
        </p:nvSpPr>
        <p:spPr>
          <a:xfrm>
            <a:off x="580072" y="997553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primary_heading-slot-3 Placeholder Carrier"/>
          <p:cNvSpPr txBox="1"/>
          <p:nvPr>
            <p:ph type="title" idx="3"/>
          </p:nvPr>
        </p:nvSpPr>
        <p:spPr>
          <a:xfrm>
            <a:off x="610046" y="3366321"/>
            <a:ext cx="108589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6" name="presenton-image-slot-9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6257" t="0" r="16257" b="0"/>
          <a:stretch>
            <a:fillRect/>
          </a:stretch>
        </p:blipFill>
        <p:spPr>
          <a:xfrm>
            <a:off x="4071938" y="933450"/>
            <a:ext cx="4533900" cy="5038725"/>
          </a:xfrm>
          <a:prstGeom prst="rect">
            <a:avLst/>
          </a:prstGeom>
        </p:spPr>
      </p:pic>
      <p:sp>
        <p:nvSpPr>
          <p:cNvPr id="7" name="presenton-item_heading-slot-5 Placeholder Carrier"/>
          <p:cNvSpPr txBox="1"/>
          <p:nvPr>
            <p:ph type="title" idx="5"/>
          </p:nvPr>
        </p:nvSpPr>
        <p:spPr>
          <a:xfrm>
            <a:off x="8831073" y="954400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item_heading-slot-6 Placeholder Carrier"/>
          <p:cNvSpPr txBox="1"/>
          <p:nvPr>
            <p:ph type="title" idx="6"/>
          </p:nvPr>
        </p:nvSpPr>
        <p:spPr>
          <a:xfrm>
            <a:off x="8832426" y="1216028"/>
            <a:ext cx="902691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3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large_title_text-slot-2 Placeholder Carrier"/>
          <p:cNvSpPr txBox="1"/>
          <p:nvPr>
            <p:ph type="title" idx="2"/>
          </p:nvPr>
        </p:nvSpPr>
        <p:spPr>
          <a:xfrm>
            <a:off x="536829" y="2272760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olygon 5"/>
          <p:cNvSpPr/>
          <p:nvPr/>
        </p:nvSpPr>
        <p:spPr>
          <a:xfrm>
            <a:off x="4600575" y="685800"/>
            <a:ext cx="6905625" cy="5486400"/>
          </a:xfrm>
          <a:custGeom>
            <a:avLst/>
            <a:gdLst/>
            <a:ahLst/>
            <a:cxnLst/>
            <a:rect l="l" t="t" r="r" b="b"/>
            <a:pathLst>
              <a:path w="6905625" h="5486400">
                <a:moveTo>
                  <a:pt x="0" y="0"/>
                </a:moveTo>
                <a:lnTo>
                  <a:pt x="6905625" y="0"/>
                </a:lnTo>
                <a:lnTo>
                  <a:pt x="6905625" y="5486400"/>
                </a:lnTo>
                <a:lnTo>
                  <a:pt x="0" y="5486400"/>
                </a:lnTo>
                <a:close/>
              </a:path>
            </a:pathLst>
          </a:custGeom>
          <a:solidFill>
            <a:srgbClr val="151515">
              <a:alpha val="84000"/>
            </a:srgbClr>
          </a:solidFill>
          <a:ln w="9525">
            <a:solidFill>
              <a:srgbClr val="242424">
                <a:alpha val="3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8048625" y="1028700"/>
            <a:ext cx="9525" cy="1857375"/>
          </a:xfrm>
          <a:custGeom>
            <a:avLst/>
            <a:gdLst/>
            <a:ahLst/>
            <a:cxnLst/>
            <a:rect l="l" t="t" r="r" b="b"/>
            <a:pathLst>
              <a:path w="9525" h="1857375">
                <a:moveTo>
                  <a:pt x="0" y="0"/>
                </a:moveTo>
                <a:lnTo>
                  <a:pt x="9525" y="1857375"/>
                </a:lnTo>
              </a:path>
            </a:pathLst>
          </a:custGeom>
          <a:noFill/>
          <a:ln w="25432">
            <a:solidFill>
              <a:srgbClr val="FFFFFF">
                <a:alpha val="5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8039100" y="3676650"/>
            <a:ext cx="9525" cy="1857375"/>
          </a:xfrm>
          <a:custGeom>
            <a:avLst/>
            <a:gdLst/>
            <a:ahLst/>
            <a:cxnLst/>
            <a:rect l="l" t="t" r="r" b="b"/>
            <a:pathLst>
              <a:path w="9525" h="1857375">
                <a:moveTo>
                  <a:pt x="0" y="0"/>
                </a:moveTo>
                <a:lnTo>
                  <a:pt x="9525" y="1857375"/>
                </a:lnTo>
              </a:path>
            </a:pathLst>
          </a:custGeom>
          <a:noFill/>
          <a:ln w="25432">
            <a:solidFill>
              <a:srgbClr val="FFFFFF">
                <a:alpha val="5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5019675" y="3209925"/>
            <a:ext cx="2657475" cy="9525"/>
          </a:xfrm>
          <a:custGeom>
            <a:avLst/>
            <a:gdLst/>
            <a:ahLst/>
            <a:cxnLst/>
            <a:rect l="l" t="t" r="r" b="b"/>
            <a:pathLst>
              <a:path w="2657475" h="9525">
                <a:moveTo>
                  <a:pt x="0" y="0"/>
                </a:moveTo>
                <a:lnTo>
                  <a:pt x="2657475" y="9525"/>
                </a:lnTo>
              </a:path>
            </a:pathLst>
          </a:custGeom>
          <a:noFill/>
          <a:ln w="25432">
            <a:solidFill>
              <a:srgbClr val="FFFFFF">
                <a:alpha val="53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8296275" y="3248025"/>
            <a:ext cx="2657475" cy="9525"/>
          </a:xfrm>
          <a:custGeom>
            <a:avLst/>
            <a:gdLst/>
            <a:ahLst/>
            <a:cxnLst/>
            <a:rect l="l" t="t" r="r" b="b"/>
            <a:pathLst>
              <a:path w="2657475" h="9525">
                <a:moveTo>
                  <a:pt x="0" y="0"/>
                </a:moveTo>
                <a:lnTo>
                  <a:pt x="2657475" y="9525"/>
                </a:lnTo>
              </a:path>
            </a:pathLst>
          </a:custGeom>
          <a:noFill/>
          <a:ln w="25432">
            <a:solidFill>
              <a:srgbClr val="FFFFFF">
                <a:alpha val="53000"/>
              </a:srgbClr>
            </a:solidFill>
          </a:ln>
        </p:spPr>
      </p:sp>
      <p:sp>
        <p:nvSpPr>
          <p:cNvPr id="10" name="presenton-card_heading_text-slot-3 Placeholder Carrier"/>
          <p:cNvSpPr txBox="1"/>
          <p:nvPr>
            <p:ph type="title" idx="3"/>
          </p:nvPr>
        </p:nvSpPr>
        <p:spPr>
          <a:xfrm>
            <a:off x="6536371" y="1049650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body_text-slot-4 Placeholder Carrier"/>
          <p:cNvSpPr txBox="1"/>
          <p:nvPr>
            <p:ph type="body" idx="4"/>
          </p:nvPr>
        </p:nvSpPr>
        <p:spPr>
          <a:xfrm>
            <a:off x="6612612" y="1373500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card_heading_text-slot-5 Placeholder Carrier"/>
          <p:cNvSpPr txBox="1"/>
          <p:nvPr>
            <p:ph type="title" idx="5"/>
          </p:nvPr>
        </p:nvSpPr>
        <p:spPr>
          <a:xfrm>
            <a:off x="8045261" y="1049650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card_body_text-slot-6 Placeholder Carrier"/>
          <p:cNvSpPr txBox="1"/>
          <p:nvPr>
            <p:ph type="body" idx="6"/>
          </p:nvPr>
        </p:nvSpPr>
        <p:spPr>
          <a:xfrm>
            <a:off x="8045261" y="1373500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card_heading_text-slot-7 Placeholder Carrier"/>
          <p:cNvSpPr txBox="1"/>
          <p:nvPr>
            <p:ph type="title" idx="7"/>
          </p:nvPr>
        </p:nvSpPr>
        <p:spPr>
          <a:xfrm>
            <a:off x="6536371" y="331183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5" name="presenton-card_body_text-slot-8 Placeholder Carrier"/>
          <p:cNvSpPr txBox="1"/>
          <p:nvPr>
            <p:ph type="body" idx="8"/>
          </p:nvPr>
        </p:nvSpPr>
        <p:spPr>
          <a:xfrm>
            <a:off x="6612612" y="3635688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card_heading_text-slot-9 Placeholder Carrier"/>
          <p:cNvSpPr txBox="1"/>
          <p:nvPr>
            <p:ph type="title" idx="9"/>
          </p:nvPr>
        </p:nvSpPr>
        <p:spPr>
          <a:xfrm>
            <a:off x="8045261" y="331183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7" name="presenton-card_body_text-slot-10 Placeholder Carrier"/>
          <p:cNvSpPr txBox="1"/>
          <p:nvPr>
            <p:ph type="body" idx="10"/>
          </p:nvPr>
        </p:nvSpPr>
        <p:spPr>
          <a:xfrm>
            <a:off x="8045261" y="3635688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062" y="905637"/>
            <a:ext cx="7581138" cy="5486400"/>
          </a:xfrm>
          <a:prstGeom prst="rect">
            <a:avLst/>
          </a:prstGeom>
        </p:spPr>
      </p:pic>
      <p:sp>
        <p:nvSpPr>
          <p:cNvPr id="6" name="presenton-upper_heading-slot-3 Placeholder Carrier"/>
          <p:cNvSpPr txBox="1"/>
          <p:nvPr>
            <p:ph type="title" idx="3"/>
          </p:nvPr>
        </p:nvSpPr>
        <p:spPr>
          <a:xfrm>
            <a:off x="4392259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heading-slot-4 Placeholder Carrier"/>
          <p:cNvSpPr txBox="1"/>
          <p:nvPr>
            <p:ph type="title" idx="4"/>
          </p:nvPr>
        </p:nvSpPr>
        <p:spPr>
          <a:xfrm>
            <a:off x="5818322" y="1557523"/>
            <a:ext cx="108589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8" name="presenton-image-slot-13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9532" t="0" r="9532" b="0"/>
          <a:stretch>
            <a:fillRect/>
          </a:stretch>
        </p:blipFill>
        <p:spPr>
          <a:xfrm>
            <a:off x="4131354" y="2515248"/>
            <a:ext cx="3932777" cy="3644360"/>
          </a:xfrm>
          <a:prstGeom prst="rect">
            <a:avLst/>
          </a:prstGeom>
        </p:spPr>
      </p:pic>
      <p:sp>
        <p:nvSpPr>
          <p:cNvPr id="9" name="presenton-callout_label-slot-6 Placeholder Carrier"/>
          <p:cNvSpPr txBox="1"/>
          <p:nvPr>
            <p:ph type="body" idx="6"/>
          </p:nvPr>
        </p:nvSpPr>
        <p:spPr>
          <a:xfrm>
            <a:off x="1453925" y="2658127"/>
            <a:ext cx="1024815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callout_body-slot-7 Placeholder Carrier"/>
          <p:cNvSpPr txBox="1"/>
          <p:nvPr>
            <p:ph type="body" idx="7"/>
          </p:nvPr>
        </p:nvSpPr>
        <p:spPr>
          <a:xfrm>
            <a:off x="1454599" y="3018406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callout_label-slot-8 Placeholder Carrier"/>
          <p:cNvSpPr txBox="1"/>
          <p:nvPr>
            <p:ph type="body" idx="8"/>
          </p:nvPr>
        </p:nvSpPr>
        <p:spPr>
          <a:xfrm>
            <a:off x="1493425" y="4508092"/>
            <a:ext cx="1024815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callout_body-slot-9 Placeholder Carrier"/>
          <p:cNvSpPr txBox="1"/>
          <p:nvPr>
            <p:ph type="body" idx="9"/>
          </p:nvPr>
        </p:nvSpPr>
        <p:spPr>
          <a:xfrm>
            <a:off x="1494099" y="4839795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callout_label-slot-10 Placeholder Carrier"/>
          <p:cNvSpPr txBox="1"/>
          <p:nvPr>
            <p:ph type="body" idx="10"/>
          </p:nvPr>
        </p:nvSpPr>
        <p:spPr>
          <a:xfrm>
            <a:off x="8639423" y="2701676"/>
            <a:ext cx="1024815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callout_body-slot-11 Placeholder Carrier"/>
          <p:cNvSpPr txBox="1"/>
          <p:nvPr>
            <p:ph type="body" idx="11"/>
          </p:nvPr>
        </p:nvSpPr>
        <p:spPr>
          <a:xfrm>
            <a:off x="8640097" y="3023854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callout_label-slot-12 Placeholder Carrier"/>
          <p:cNvSpPr txBox="1"/>
          <p:nvPr>
            <p:ph type="body" idx="12"/>
          </p:nvPr>
        </p:nvSpPr>
        <p:spPr>
          <a:xfrm>
            <a:off x="8621573" y="4581701"/>
            <a:ext cx="1024815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callout_body-slot-13 Placeholder Carrier"/>
          <p:cNvSpPr txBox="1"/>
          <p:nvPr>
            <p:ph type="body" idx="13"/>
          </p:nvPr>
        </p:nvSpPr>
        <p:spPr>
          <a:xfrm>
            <a:off x="8622247" y="4932455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main_title-slot-2 Placeholder Carrier"/>
          <p:cNvSpPr txBox="1"/>
          <p:nvPr>
            <p:ph type="title" idx="2"/>
          </p:nvPr>
        </p:nvSpPr>
        <p:spPr>
          <a:xfrm>
            <a:off x="43543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btitle_text-slot-3 Placeholder Carrier"/>
          <p:cNvSpPr txBox="1"/>
          <p:nvPr>
            <p:ph type="title" idx="3"/>
          </p:nvPr>
        </p:nvSpPr>
        <p:spPr>
          <a:xfrm>
            <a:off x="5531381" y="1497516"/>
            <a:ext cx="108589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14384" r="0" b="14385"/>
          <a:stretch>
            <a:fillRect/>
          </a:stretch>
        </p:blipFill>
        <p:spPr>
          <a:xfrm>
            <a:off x="602456" y="2949988"/>
            <a:ext cx="3454337" cy="3908012"/>
          </a:xfrm>
          <a:prstGeom prst="rect">
            <a:avLst/>
          </a:prstGeom>
        </p:spPr>
      </p:pic>
      <p:pic>
        <p:nvPicPr>
          <p:cNvPr id="7" name="presenton-image-slot-16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0" t="619" r="0" b="619"/>
          <a:stretch>
            <a:fillRect/>
          </a:stretch>
        </p:blipFill>
        <p:spPr>
          <a:xfrm>
            <a:off x="1814227" y="3212021"/>
            <a:ext cx="1030796" cy="1018032"/>
          </a:xfrm>
          <a:prstGeom prst="rect">
            <a:avLst/>
          </a:prstGeom>
        </p:spPr>
      </p:pic>
      <p:sp>
        <p:nvSpPr>
          <p:cNvPr id="8" name="presenton-card_title-slot-6 Placeholder Carrier"/>
          <p:cNvSpPr txBox="1"/>
          <p:nvPr>
            <p:ph type="title" idx="6"/>
          </p:nvPr>
        </p:nvSpPr>
        <p:spPr>
          <a:xfrm>
            <a:off x="1735850" y="4375904"/>
            <a:ext cx="1046770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body-slot-7 Placeholder Carrier"/>
          <p:cNvSpPr txBox="1"/>
          <p:nvPr>
            <p:ph type="body" idx="7"/>
          </p:nvPr>
        </p:nvSpPr>
        <p:spPr>
          <a:xfrm>
            <a:off x="1841263" y="4678894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primary_title-slot-2 Placeholder Carrier"/>
          <p:cNvSpPr txBox="1"/>
          <p:nvPr>
            <p:ph type="title" idx="2"/>
          </p:nvPr>
        </p:nvSpPr>
        <p:spPr>
          <a:xfrm>
            <a:off x="666750" y="606076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5" name="presenton-image-slot-18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rcRect l="0" t="13142" r="0" b="13143"/>
          <a:stretch>
            <a:fillRect/>
          </a:stretch>
        </p:blipFill>
        <p:spPr>
          <a:xfrm>
            <a:off x="685800" y="2252758"/>
            <a:ext cx="7089362" cy="3919442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8311420" y="2324481"/>
            <a:ext cx="2857500" cy="1762887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presenton-section_heading-slot-4 Placeholder Carrier"/>
          <p:cNvSpPr txBox="1"/>
          <p:nvPr>
            <p:ph type="title" idx="4"/>
          </p:nvPr>
        </p:nvSpPr>
        <p:spPr>
          <a:xfrm>
            <a:off x="8303293" y="2354956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ection_body-slot-5 Placeholder Carrier"/>
          <p:cNvSpPr txBox="1"/>
          <p:nvPr>
            <p:ph type="body" idx="5"/>
          </p:nvPr>
        </p:nvSpPr>
        <p:spPr>
          <a:xfrm>
            <a:off x="8303903" y="2731098"/>
            <a:ext cx="983404" cy="2894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8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resenton-image-slot-20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10291" r="0" b="10291"/>
          <a:stretch>
            <a:fillRect/>
          </a:stretch>
        </p:blipFill>
        <p:spPr>
          <a:xfrm>
            <a:off x="457200" y="2414397"/>
            <a:ext cx="4787646" cy="2851690"/>
          </a:xfrm>
          <a:prstGeom prst="rect">
            <a:avLst/>
          </a:prstGeom>
        </p:spPr>
      </p:pic>
      <p:sp>
        <p:nvSpPr>
          <p:cNvPr id="6" name="presenton-panel_heading-slot-3 Placeholder Carrier"/>
          <p:cNvSpPr txBox="1"/>
          <p:nvPr>
            <p:ph type="title" idx="3"/>
          </p:nvPr>
        </p:nvSpPr>
        <p:spPr>
          <a:xfrm>
            <a:off x="475202" y="740950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panel_caption-slot-4 Placeholder Carrier"/>
          <p:cNvSpPr txBox="1"/>
          <p:nvPr>
            <p:ph type="body" idx="4"/>
          </p:nvPr>
        </p:nvSpPr>
        <p:spPr>
          <a:xfrm>
            <a:off x="704077" y="5488562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primary_title-slot-2 Placeholder Carrier"/>
          <p:cNvSpPr txBox="1"/>
          <p:nvPr>
            <p:ph type="title" idx="2"/>
          </p:nvPr>
        </p:nvSpPr>
        <p:spPr>
          <a:xfrm>
            <a:off x="666750" y="748665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summary-slot-3 Placeholder Carrier"/>
          <p:cNvSpPr txBox="1"/>
          <p:nvPr>
            <p:ph type="body" idx="3"/>
          </p:nvPr>
        </p:nvSpPr>
        <p:spPr>
          <a:xfrm>
            <a:off x="677673" y="1630675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olygon 6"/>
          <p:cNvSpPr/>
          <p:nvPr/>
        </p:nvSpPr>
        <p:spPr>
          <a:xfrm>
            <a:off x="7677150" y="1857375"/>
            <a:ext cx="3829050" cy="4314825"/>
          </a:xfrm>
          <a:custGeom>
            <a:avLst/>
            <a:gdLst/>
            <a:ahLst/>
            <a:cxnLst/>
            <a:rect l="l" t="t" r="r" b="b"/>
            <a:pathLst>
              <a:path w="3829050" h="4314825">
                <a:moveTo>
                  <a:pt x="0" y="0"/>
                </a:moveTo>
                <a:lnTo>
                  <a:pt x="3829050" y="0"/>
                </a:lnTo>
                <a:lnTo>
                  <a:pt x="3829050" y="4314825"/>
                </a:lnTo>
                <a:lnTo>
                  <a:pt x="0" y="4314825"/>
                </a:lnTo>
                <a:close/>
              </a:path>
            </a:pathLst>
          </a:custGeom>
          <a:solidFill>
            <a:srgbClr val="242424">
              <a:alpha val="82000"/>
            </a:srgbClr>
          </a:solidFill>
          <a:ln>
            <a:noFill/>
          </a:ln>
        </p:spPr>
      </p:sp>
      <p:sp>
        <p:nvSpPr>
          <p:cNvPr id="7" name="presenton-upper_card_title-slot-4 Placeholder Carrier"/>
          <p:cNvSpPr txBox="1"/>
          <p:nvPr>
            <p:ph type="title" idx="4"/>
          </p:nvPr>
        </p:nvSpPr>
        <p:spPr>
          <a:xfrm>
            <a:off x="7845255" y="2172338"/>
            <a:ext cx="1801685" cy="495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upper_card_body-slot-5 Placeholder Carrier"/>
          <p:cNvSpPr txBox="1"/>
          <p:nvPr>
            <p:ph type="body" idx="5"/>
          </p:nvPr>
        </p:nvSpPr>
        <p:spPr>
          <a:xfrm>
            <a:off x="7850676" y="2752082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7677150" y="4010025"/>
            <a:ext cx="3829050" cy="9525"/>
          </a:xfrm>
          <a:custGeom>
            <a:avLst/>
            <a:gdLst/>
            <a:ahLst/>
            <a:cxnLst/>
            <a:rect l="l" t="t" r="r" b="b"/>
            <a:pathLst>
              <a:path w="3829050" h="9525">
                <a:moveTo>
                  <a:pt x="0" y="0"/>
                </a:moveTo>
                <a:lnTo>
                  <a:pt x="3829050" y="9525"/>
                </a:lnTo>
              </a:path>
            </a:pathLst>
          </a:custGeom>
          <a:noFill/>
          <a:ln w="25432">
            <a:solidFill>
              <a:srgbClr val="FFFFFF">
                <a:alpha val="8000"/>
              </a:srgbClr>
            </a:solidFill>
          </a:ln>
        </p:spPr>
      </p:sp>
      <p:sp>
        <p:nvSpPr>
          <p:cNvPr id="10" name="presenton-lower_card_title-slot-6 Placeholder Carrier"/>
          <p:cNvSpPr txBox="1"/>
          <p:nvPr>
            <p:ph type="title" idx="6"/>
          </p:nvPr>
        </p:nvSpPr>
        <p:spPr>
          <a:xfrm>
            <a:off x="7845255" y="4277363"/>
            <a:ext cx="1801685" cy="495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lower_card_body-slot-7 Placeholder Carrier"/>
          <p:cNvSpPr txBox="1"/>
          <p:nvPr>
            <p:ph type="body" idx="7"/>
          </p:nvPr>
        </p:nvSpPr>
        <p:spPr>
          <a:xfrm>
            <a:off x="7850676" y="4847582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primary_title-slot-2 Placeholder Carrier"/>
          <p:cNvSpPr txBox="1"/>
          <p:nvPr>
            <p:ph type="title" idx="2"/>
          </p:nvPr>
        </p:nvSpPr>
        <p:spPr>
          <a:xfrm>
            <a:off x="713422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statement-slot-3 Placeholder Carrier"/>
          <p:cNvSpPr txBox="1"/>
          <p:nvPr>
            <p:ph type="body" idx="3"/>
          </p:nvPr>
        </p:nvSpPr>
        <p:spPr>
          <a:xfrm>
            <a:off x="677673" y="1546665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09" y="971550"/>
            <a:ext cx="2824924" cy="3214021"/>
          </a:xfrm>
          <a:prstGeom prst="rect">
            <a:avLst/>
          </a:prstGeom>
        </p:spPr>
      </p:pic>
      <p:sp>
        <p:nvSpPr>
          <p:cNvPr id="7" name="presenton-card_heading-slot-5 Placeholder Carrier"/>
          <p:cNvSpPr txBox="1"/>
          <p:nvPr>
            <p:ph type="title" idx="5"/>
          </p:nvPr>
        </p:nvSpPr>
        <p:spPr>
          <a:xfrm>
            <a:off x="2388400" y="1290323"/>
            <a:ext cx="2531542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body-slot-6 Placeholder Carrier"/>
          <p:cNvSpPr txBox="1"/>
          <p:nvPr>
            <p:ph type="body" idx="6"/>
          </p:nvPr>
        </p:nvSpPr>
        <p:spPr>
          <a:xfrm>
            <a:off x="3165809" y="2100572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540" y="971550"/>
            <a:ext cx="2824924" cy="3922300"/>
          </a:xfrm>
          <a:prstGeom prst="rect">
            <a:avLst/>
          </a:prstGeom>
        </p:spPr>
      </p:pic>
      <p:sp>
        <p:nvSpPr>
          <p:cNvPr id="10" name="presenton-card_heading-slot-8 Placeholder Carrier"/>
          <p:cNvSpPr txBox="1"/>
          <p:nvPr>
            <p:ph type="title" idx="8"/>
          </p:nvPr>
        </p:nvSpPr>
        <p:spPr>
          <a:xfrm>
            <a:off x="5608231" y="1290323"/>
            <a:ext cx="2531542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body-slot-9 Placeholder Carrier"/>
          <p:cNvSpPr txBox="1"/>
          <p:nvPr>
            <p:ph type="body" idx="9"/>
          </p:nvPr>
        </p:nvSpPr>
        <p:spPr>
          <a:xfrm>
            <a:off x="6385640" y="2100572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371" y="971550"/>
            <a:ext cx="2824924" cy="5175314"/>
          </a:xfrm>
          <a:prstGeom prst="rect">
            <a:avLst/>
          </a:prstGeom>
        </p:spPr>
      </p:pic>
      <p:sp>
        <p:nvSpPr>
          <p:cNvPr id="13" name="presenton-card_heading-slot-11 Placeholder Carrier"/>
          <p:cNvSpPr txBox="1"/>
          <p:nvPr>
            <p:ph type="title" idx="11"/>
          </p:nvPr>
        </p:nvSpPr>
        <p:spPr>
          <a:xfrm>
            <a:off x="8830062" y="1290323"/>
            <a:ext cx="2531542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730" dirty="0">
                <a:solidFill>
                  <a:srgbClr val="FD7536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card_body-slot-12 Placeholder Carrier"/>
          <p:cNvSpPr txBox="1"/>
          <p:nvPr>
            <p:ph type="body" idx="12"/>
          </p:nvPr>
        </p:nvSpPr>
        <p:spPr>
          <a:xfrm>
            <a:off x="9607471" y="2100572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olygon 4"/>
          <p:cNvSpPr/>
          <p:nvPr/>
        </p:nvSpPr>
        <p:spPr>
          <a:xfrm>
            <a:off x="6143625" y="942975"/>
            <a:ext cx="5305425" cy="5334000"/>
          </a:xfrm>
          <a:custGeom>
            <a:avLst/>
            <a:gdLst/>
            <a:ahLst/>
            <a:cxnLst/>
            <a:rect l="l" t="t" r="r" b="b"/>
            <a:pathLst>
              <a:path w="5305425" h="5334000">
                <a:moveTo>
                  <a:pt x="0" y="0"/>
                </a:moveTo>
                <a:lnTo>
                  <a:pt x="5305425" y="0"/>
                </a:lnTo>
                <a:lnTo>
                  <a:pt x="5305425" y="5334000"/>
                </a:lnTo>
                <a:lnTo>
                  <a:pt x="0" y="5334000"/>
                </a:lnTo>
                <a:close/>
              </a:path>
            </a:pathLst>
          </a:custGeom>
          <a:solidFill>
            <a:srgbClr val="030303">
              <a:alpha val="72000"/>
            </a:srgbClr>
          </a:solidFill>
          <a:ln w="9525">
            <a:solidFill>
              <a:srgbClr val="0A0A0A">
                <a:alpha val="15000"/>
              </a:srgbClr>
            </a:solidFill>
          </a:ln>
        </p:spPr>
      </p:sp>
      <p:sp>
        <p:nvSpPr>
          <p:cNvPr id="5" name="presenton-primary_heading-slot-2 Placeholder Carrier"/>
          <p:cNvSpPr txBox="1"/>
          <p:nvPr>
            <p:ph type="title" idx="2"/>
          </p:nvPr>
        </p:nvSpPr>
        <p:spPr>
          <a:xfrm>
            <a:off x="666750" y="758190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paragraph-slot-3 Placeholder Carrier"/>
          <p:cNvSpPr txBox="1"/>
          <p:nvPr>
            <p:ph type="body" idx="3"/>
          </p:nvPr>
        </p:nvSpPr>
        <p:spPr>
          <a:xfrm>
            <a:off x="677673" y="2487925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16478" y="-26384"/>
            <a:ext cx="12192000" cy="691353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headline_text-slot-2 Placeholder Carrier"/>
          <p:cNvSpPr txBox="1"/>
          <p:nvPr>
            <p:ph type="title" idx="2"/>
          </p:nvPr>
        </p:nvSpPr>
        <p:spPr>
          <a:xfrm>
            <a:off x="666750" y="748665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body_copy_text-slot-3 Placeholder Carrier"/>
          <p:cNvSpPr txBox="1"/>
          <p:nvPr>
            <p:ph type="body" idx="3"/>
          </p:nvPr>
        </p:nvSpPr>
        <p:spPr>
          <a:xfrm>
            <a:off x="6792723" y="925825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main_title-slot-2 Placeholder Carrier"/>
          <p:cNvSpPr txBox="1"/>
          <p:nvPr>
            <p:ph type="title" idx="2"/>
          </p:nvPr>
        </p:nvSpPr>
        <p:spPr>
          <a:xfrm>
            <a:off x="4392307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28569"/>
            <a:ext cx="3319939" cy="2416016"/>
          </a:xfrm>
          <a:prstGeom prst="rect">
            <a:avLst/>
          </a:prstGeom>
        </p:spPr>
      </p:pic>
      <p:pic>
        <p:nvPicPr>
          <p:cNvPr id="6" name="presenton-image-slot-30 Placeholder Carrier"/>
          <p:cNvPicPr>
            <a:picLocks noChangeAspect="1"/>
          </p:cNvPicPr>
          <p:nvPr>
            <p:ph type="pic" idx="4"/>
          </p:nvPr>
        </p:nvPicPr>
        <p:blipFill>
          <a:blip r:embed="rId4"/>
          <a:srcRect l="0" t="2372" r="0" b="2372"/>
          <a:stretch>
            <a:fillRect/>
          </a:stretch>
        </p:blipFill>
        <p:spPr>
          <a:xfrm>
            <a:off x="1872615" y="3413855"/>
            <a:ext cx="150590" cy="143446"/>
          </a:xfrm>
          <a:prstGeom prst="rect">
            <a:avLst/>
          </a:prstGeom>
        </p:spPr>
      </p:pic>
      <p:pic>
        <p:nvPicPr>
          <p:cNvPr id="7" name="presenton-image-slot-31 Placeholder Carrier"/>
          <p:cNvPicPr>
            <a:picLocks noChangeAspect="1"/>
          </p:cNvPicPr>
          <p:nvPr>
            <p:ph type="pic" idx="5"/>
          </p:nvPr>
        </p:nvPicPr>
        <p:blipFill>
          <a:blip r:embed="rId5"/>
          <a:srcRect l="0" t="2372" r="0" b="2372"/>
          <a:stretch>
            <a:fillRect/>
          </a:stretch>
        </p:blipFill>
        <p:spPr>
          <a:xfrm>
            <a:off x="2071592" y="3413855"/>
            <a:ext cx="150590" cy="143446"/>
          </a:xfrm>
          <a:prstGeom prst="rect">
            <a:avLst/>
          </a:prstGeom>
        </p:spPr>
      </p:pic>
      <p:pic>
        <p:nvPicPr>
          <p:cNvPr id="8" name="presenton-image-slot-32 Placeholder Carrier"/>
          <p:cNvPicPr>
            <a:picLocks noChangeAspect="1"/>
          </p:cNvPicPr>
          <p:nvPr>
            <p:ph type="pic" idx="6"/>
          </p:nvPr>
        </p:nvPicPr>
        <p:blipFill>
          <a:blip r:embed="rId6"/>
          <a:srcRect l="0" t="2372" r="0" b="2372"/>
          <a:stretch>
            <a:fillRect/>
          </a:stretch>
        </p:blipFill>
        <p:spPr>
          <a:xfrm>
            <a:off x="2270570" y="3413855"/>
            <a:ext cx="150590" cy="143446"/>
          </a:xfrm>
          <a:prstGeom prst="rect">
            <a:avLst/>
          </a:prstGeom>
        </p:spPr>
      </p:pic>
      <p:pic>
        <p:nvPicPr>
          <p:cNvPr id="9" name="presenton-image-slot-33 Placeholder Carrier"/>
          <p:cNvPicPr>
            <a:picLocks noChangeAspect="1"/>
          </p:cNvPicPr>
          <p:nvPr>
            <p:ph type="pic" idx="7"/>
          </p:nvPr>
        </p:nvPicPr>
        <p:blipFill>
          <a:blip r:embed="rId7"/>
          <a:srcRect l="0" t="2372" r="0" b="2372"/>
          <a:stretch>
            <a:fillRect/>
          </a:stretch>
        </p:blipFill>
        <p:spPr>
          <a:xfrm>
            <a:off x="2469547" y="3413855"/>
            <a:ext cx="150590" cy="143446"/>
          </a:xfrm>
          <a:prstGeom prst="rect">
            <a:avLst/>
          </a:prstGeom>
        </p:spPr>
      </p:pic>
      <p:pic>
        <p:nvPicPr>
          <p:cNvPr id="10" name="presenton-image-slot-34 Placeholder Carrier"/>
          <p:cNvPicPr>
            <a:picLocks noChangeAspect="1"/>
          </p:cNvPicPr>
          <p:nvPr>
            <p:ph type="pic" idx="8"/>
          </p:nvPr>
        </p:nvPicPr>
        <p:blipFill>
          <a:blip r:embed="rId8"/>
          <a:srcRect l="0" t="2372" r="0" b="2372"/>
          <a:stretch>
            <a:fillRect/>
          </a:stretch>
        </p:blipFill>
        <p:spPr>
          <a:xfrm>
            <a:off x="2668524" y="3413855"/>
            <a:ext cx="150590" cy="143446"/>
          </a:xfrm>
          <a:prstGeom prst="rect">
            <a:avLst/>
          </a:prstGeom>
        </p:spPr>
      </p:pic>
      <p:sp>
        <p:nvSpPr>
          <p:cNvPr id="11" name="presenton-review_quote-slot-9 Placeholder Carrier"/>
          <p:cNvSpPr txBox="1"/>
          <p:nvPr>
            <p:ph type="body" idx="9"/>
          </p:nvPr>
        </p:nvSpPr>
        <p:spPr>
          <a:xfrm>
            <a:off x="1907208" y="3726142"/>
            <a:ext cx="877123" cy="2587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2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review_attribution-slot-10 Placeholder Carrier"/>
          <p:cNvSpPr txBox="1"/>
          <p:nvPr>
            <p:ph type="body" idx="10"/>
          </p:nvPr>
        </p:nvSpPr>
        <p:spPr>
          <a:xfrm>
            <a:off x="1755647" y="4859236"/>
            <a:ext cx="920307" cy="2587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-42862"/>
            <a:ext cx="12192000" cy="691353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primary_heading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400300"/>
            <a:ext cx="10820400" cy="3771900"/>
          </a:xfrm>
          <a:prstGeom prst="rect">
            <a:avLst/>
          </a:prstGeom>
          <a:noFill/>
          <a:ln>
            <a:noFill/>
          </a:ln>
        </p:spPr>
      </p:sp>
      <p:pic>
        <p:nvPicPr>
          <p:cNvPr id="7" name="presenton-image-slot-36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rcRect l="0" t="22535" r="0" b="22535"/>
          <a:stretch>
            <a:fillRect/>
          </a:stretch>
        </p:blipFill>
        <p:spPr>
          <a:xfrm>
            <a:off x="685800" y="2400300"/>
            <a:ext cx="10820400" cy="44577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-42862"/>
            <a:ext cx="12192000" cy="691353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5762244" y="-3573494"/>
            <a:ext cx="9525" cy="10820400"/>
          </a:xfrm>
          <a:custGeom>
            <a:avLst/>
            <a:gdLst/>
            <a:ahLst/>
            <a:cxnLst/>
            <a:rect l="l" t="t" r="r" b="b"/>
            <a:pathLst>
              <a:path w="9525" h="10820400">
                <a:moveTo>
                  <a:pt x="0" y="0"/>
                </a:moveTo>
                <a:lnTo>
                  <a:pt x="9525" y="10820400"/>
                </a:lnTo>
              </a:path>
            </a:pathLst>
          </a:custGeom>
          <a:noFill/>
          <a:ln w="25432">
            <a:solidFill>
              <a:srgbClr val="FFFFFF">
                <a:alpha val="32000"/>
              </a:srgbClr>
            </a:solidFill>
          </a:ln>
        </p:spPr>
      </p:sp>
      <p:sp>
        <p:nvSpPr>
          <p:cNvPr id="6" name="presenton-main_title_text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main_body_text-slot-3 Placeholder Carrier"/>
          <p:cNvSpPr txBox="1"/>
          <p:nvPr>
            <p:ph type="body" idx="3"/>
          </p:nvPr>
        </p:nvSpPr>
        <p:spPr>
          <a:xfrm>
            <a:off x="677673" y="2452873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6845046" y="685800"/>
            <a:ext cx="1712119" cy="1587722"/>
          </a:xfrm>
          <a:prstGeom prst="rect">
            <a:avLst/>
          </a:prstGeom>
          <a:noFill/>
          <a:ln>
            <a:noFill/>
          </a:ln>
        </p:spPr>
      </p:sp>
      <p:pic>
        <p:nvPicPr>
          <p:cNvPr id="9" name="presenton-image-slot-38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2500" t="0" r="12500" b="0"/>
          <a:stretch>
            <a:fillRect/>
          </a:stretch>
        </p:blipFill>
        <p:spPr>
          <a:xfrm>
            <a:off x="6845046" y="623602"/>
            <a:ext cx="1712119" cy="1712119"/>
          </a:xfrm>
          <a:prstGeom prst="rect">
            <a:avLst/>
          </a:prstGeom>
        </p:spPr>
      </p:pic>
      <p:sp>
        <p:nvSpPr>
          <p:cNvPr id="10" name="presenton-row_heading_text-slot-5 Placeholder Carrier"/>
          <p:cNvSpPr txBox="1"/>
          <p:nvPr>
            <p:ph type="title" idx="5"/>
          </p:nvPr>
        </p:nvSpPr>
        <p:spPr>
          <a:xfrm>
            <a:off x="8709934" y="683295"/>
            <a:ext cx="1801685" cy="495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row_body_text-slot-6 Placeholder Carrier"/>
          <p:cNvSpPr txBox="1"/>
          <p:nvPr>
            <p:ph type="body" idx="6"/>
          </p:nvPr>
        </p:nvSpPr>
        <p:spPr>
          <a:xfrm>
            <a:off x="8715356" y="1259229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main_heading-slot-2 Placeholder Carrier"/>
          <p:cNvSpPr txBox="1"/>
          <p:nvPr>
            <p:ph type="title" idx="2"/>
          </p:nvPr>
        </p:nvSpPr>
        <p:spPr>
          <a:xfrm>
            <a:off x="4392307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item_label-slot-3 Placeholder Carrier"/>
          <p:cNvSpPr txBox="1"/>
          <p:nvPr>
            <p:ph type="body" idx="3"/>
          </p:nvPr>
        </p:nvSpPr>
        <p:spPr>
          <a:xfrm>
            <a:off x="678348" y="2665609"/>
            <a:ext cx="1024823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685800" y="3027807"/>
            <a:ext cx="1887760" cy="2025301"/>
          </a:xfrm>
          <a:prstGeom prst="rect">
            <a:avLst/>
          </a:prstGeom>
          <a:noFill/>
          <a:ln>
            <a:noFill/>
          </a:ln>
        </p:spPr>
      </p:sp>
      <p:pic>
        <p:nvPicPr>
          <p:cNvPr id="9" name="presenton-image-slot-40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0" t="4457" r="0" b="4457"/>
          <a:stretch>
            <a:fillRect/>
          </a:stretch>
        </p:blipFill>
        <p:spPr>
          <a:xfrm>
            <a:off x="147352" y="3027807"/>
            <a:ext cx="2964656" cy="2025301"/>
          </a:xfrm>
          <a:prstGeom prst="rect">
            <a:avLst/>
          </a:prstGeom>
        </p:spPr>
      </p:pic>
      <p:sp>
        <p:nvSpPr>
          <p:cNvPr id="10" name="presenton-item_body-slot-5 Placeholder Carrier"/>
          <p:cNvSpPr txBox="1"/>
          <p:nvPr>
            <p:ph type="body" idx="5"/>
          </p:nvPr>
        </p:nvSpPr>
        <p:spPr>
          <a:xfrm>
            <a:off x="678348" y="5191163"/>
            <a:ext cx="976732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resenton-image-slot-42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9717" t="0" r="9717" b="0"/>
          <a:stretch>
            <a:fillRect/>
          </a:stretch>
        </p:blipFill>
        <p:spPr>
          <a:xfrm>
            <a:off x="3469196" y="1485995"/>
            <a:ext cx="4922044" cy="4582001"/>
          </a:xfrm>
          <a:prstGeom prst="rect">
            <a:avLst/>
          </a:prstGeom>
        </p:spPr>
      </p:pic>
      <p:sp>
        <p:nvSpPr>
          <p:cNvPr id="5" name="Polygon 5"/>
          <p:cNvSpPr/>
          <p:nvPr/>
        </p:nvSpPr>
        <p:spPr>
          <a:xfrm>
            <a:off x="6441472" y="2090547"/>
            <a:ext cx="967645" cy="28575"/>
          </a:xfrm>
          <a:custGeom>
            <a:avLst/>
            <a:gdLst/>
            <a:ahLst/>
            <a:cxnLst/>
            <a:rect l="l" t="t" r="r" b="b"/>
            <a:pathLst>
              <a:path w="967645" h="28575">
                <a:moveTo>
                  <a:pt x="0" y="0"/>
                </a:moveTo>
                <a:lnTo>
                  <a:pt x="967645" y="0"/>
                </a:lnTo>
                <a:lnTo>
                  <a:pt x="967645" y="28575"/>
                </a:lnTo>
                <a:lnTo>
                  <a:pt x="0" y="285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" name="presenton-callout_heading-slot-3 Placeholder Carrier"/>
          <p:cNvSpPr txBox="1"/>
          <p:nvPr>
            <p:ph type="title" idx="3"/>
          </p:nvPr>
        </p:nvSpPr>
        <p:spPr>
          <a:xfrm>
            <a:off x="7548132" y="1363999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callout_body-slot-4 Placeholder Carrier"/>
          <p:cNvSpPr txBox="1"/>
          <p:nvPr>
            <p:ph type="body" idx="4"/>
          </p:nvPr>
        </p:nvSpPr>
        <p:spPr>
          <a:xfrm>
            <a:off x="7550163" y="1773960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olygon 8"/>
          <p:cNvSpPr/>
          <p:nvPr/>
        </p:nvSpPr>
        <p:spPr>
          <a:xfrm>
            <a:off x="7883938" y="4857655"/>
            <a:ext cx="967645" cy="28575"/>
          </a:xfrm>
          <a:custGeom>
            <a:avLst/>
            <a:gdLst/>
            <a:ahLst/>
            <a:cxnLst/>
            <a:rect l="l" t="t" r="r" b="b"/>
            <a:pathLst>
              <a:path w="967645" h="28575">
                <a:moveTo>
                  <a:pt x="0" y="0"/>
                </a:moveTo>
                <a:lnTo>
                  <a:pt x="967645" y="0"/>
                </a:lnTo>
                <a:lnTo>
                  <a:pt x="967645" y="28575"/>
                </a:lnTo>
                <a:lnTo>
                  <a:pt x="0" y="285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" name="presenton-callout_heading-slot-5 Placeholder Carrier"/>
          <p:cNvSpPr txBox="1"/>
          <p:nvPr>
            <p:ph type="title" idx="5"/>
          </p:nvPr>
        </p:nvSpPr>
        <p:spPr>
          <a:xfrm>
            <a:off x="8990598" y="4131012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callout_body-slot-6 Placeholder Carrier"/>
          <p:cNvSpPr txBox="1"/>
          <p:nvPr>
            <p:ph type="body" idx="6"/>
          </p:nvPr>
        </p:nvSpPr>
        <p:spPr>
          <a:xfrm>
            <a:off x="8992629" y="4541068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callout_heading-slot-7 Placeholder Carrier"/>
          <p:cNvSpPr txBox="1"/>
          <p:nvPr>
            <p:ph type="title" idx="7"/>
          </p:nvPr>
        </p:nvSpPr>
        <p:spPr>
          <a:xfrm>
            <a:off x="1884572" y="2639492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87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callout_body-slot-8 Placeholder Carrier"/>
          <p:cNvSpPr txBox="1"/>
          <p:nvPr>
            <p:ph type="body" idx="8"/>
          </p:nvPr>
        </p:nvSpPr>
        <p:spPr>
          <a:xfrm>
            <a:off x="2260671" y="3049548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olygon 13"/>
          <p:cNvSpPr/>
          <p:nvPr/>
        </p:nvSpPr>
        <p:spPr>
          <a:xfrm>
            <a:off x="3433591" y="3353372"/>
            <a:ext cx="967645" cy="28575"/>
          </a:xfrm>
          <a:custGeom>
            <a:avLst/>
            <a:gdLst/>
            <a:ahLst/>
            <a:cxnLst/>
            <a:rect l="l" t="t" r="r" b="b"/>
            <a:pathLst>
              <a:path w="967645" h="28575">
                <a:moveTo>
                  <a:pt x="0" y="0"/>
                </a:moveTo>
                <a:lnTo>
                  <a:pt x="967645" y="0"/>
                </a:lnTo>
                <a:lnTo>
                  <a:pt x="967645" y="28575"/>
                </a:lnTo>
                <a:lnTo>
                  <a:pt x="0" y="285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resenton-main_header_text-slot-2 Placeholder Carrier"/>
          <p:cNvSpPr txBox="1"/>
          <p:nvPr>
            <p:ph type="body" idx="2"/>
          </p:nvPr>
        </p:nvSpPr>
        <p:spPr>
          <a:xfrm>
            <a:off x="4428152" y="751808"/>
            <a:ext cx="333579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presenton-supporting_header_text-slot-3 Placeholder Carrier"/>
          <p:cNvSpPr txBox="1"/>
          <p:nvPr>
            <p:ph type="body" idx="3"/>
          </p:nvPr>
        </p:nvSpPr>
        <p:spPr>
          <a:xfrm>
            <a:off x="5407410" y="1467321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04" y="2226850"/>
            <a:ext cx="3138678" cy="3945350"/>
          </a:xfrm>
          <a:prstGeom prst="rect">
            <a:avLst/>
          </a:prstGeom>
        </p:spPr>
      </p:pic>
      <p:sp>
        <p:nvSpPr>
          <p:cNvPr id="7" name="presenton-card_heading_text-slot-5 Placeholder Carrier"/>
          <p:cNvSpPr txBox="1"/>
          <p:nvPr>
            <p:ph type="title" idx="5"/>
          </p:nvPr>
        </p:nvSpPr>
        <p:spPr>
          <a:xfrm>
            <a:off x="1455123" y="2683473"/>
            <a:ext cx="1253370" cy="345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6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large_value-slot-6 Placeholder Carrier"/>
          <p:cNvSpPr txBox="1"/>
          <p:nvPr>
            <p:ph type="body" idx="6"/>
          </p:nvPr>
        </p:nvSpPr>
        <p:spPr>
          <a:xfrm>
            <a:off x="1446158" y="3043704"/>
            <a:ext cx="2461037" cy="69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5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-42862"/>
            <a:ext cx="12192000" cy="691353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primary_title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copy-slot-3 Placeholder Carrier"/>
          <p:cNvSpPr txBox="1"/>
          <p:nvPr>
            <p:ph type="body" idx="3"/>
          </p:nvPr>
        </p:nvSpPr>
        <p:spPr>
          <a:xfrm>
            <a:off x="677673" y="3608827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section_heading-slot-4 Placeholder Carrier"/>
          <p:cNvSpPr txBox="1"/>
          <p:nvPr>
            <p:ph type="title" idx="4"/>
          </p:nvPr>
        </p:nvSpPr>
        <p:spPr>
          <a:xfrm>
            <a:off x="6515729" y="687086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ection_body-slot-5 Placeholder Carrier"/>
          <p:cNvSpPr txBox="1"/>
          <p:nvPr>
            <p:ph type="body" idx="5"/>
          </p:nvPr>
        </p:nvSpPr>
        <p:spPr>
          <a:xfrm>
            <a:off x="6517081" y="1068253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6524530" y="1892236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headline_text-slot-2 Placeholder Carrier"/>
          <p:cNvSpPr txBox="1"/>
          <p:nvPr>
            <p:ph type="title" idx="2"/>
          </p:nvPr>
        </p:nvSpPr>
        <p:spPr>
          <a:xfrm>
            <a:off x="4344634" y="1996440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text-slot-3 Placeholder Carrier"/>
          <p:cNvSpPr txBox="1"/>
          <p:nvPr>
            <p:ph type="body" idx="3"/>
          </p:nvPr>
        </p:nvSpPr>
        <p:spPr>
          <a:xfrm>
            <a:off x="5564430" y="3516625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-42862"/>
            <a:ext cx="12192000" cy="6913531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main_title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btitle_text-slot-3 Placeholder Carrier"/>
          <p:cNvSpPr txBox="1"/>
          <p:nvPr>
            <p:ph type="title" idx="3"/>
          </p:nvPr>
        </p:nvSpPr>
        <p:spPr>
          <a:xfrm>
            <a:off x="677673" y="1397170"/>
            <a:ext cx="108589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D9D9D9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8930"/>
            <a:ext cx="2378202" cy="1965484"/>
          </a:xfrm>
          <a:prstGeom prst="rect">
            <a:avLst/>
          </a:prstGeom>
        </p:spPr>
      </p:pic>
      <p:pic>
        <p:nvPicPr>
          <p:cNvPr id="9" name="presenton-image-slot-49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3268" t="0" r="3267" b="0"/>
          <a:stretch>
            <a:fillRect/>
          </a:stretch>
        </p:blipFill>
        <p:spPr>
          <a:xfrm>
            <a:off x="1775460" y="2421160"/>
            <a:ext cx="198882" cy="212788"/>
          </a:xfrm>
          <a:prstGeom prst="rect">
            <a:avLst/>
          </a:prstGeom>
        </p:spPr>
      </p:pic>
      <p:sp>
        <p:nvSpPr>
          <p:cNvPr id="10" name="presenton-card_heading-slot-6 Placeholder Carrier"/>
          <p:cNvSpPr txBox="1"/>
          <p:nvPr>
            <p:ph type="title" idx="6"/>
          </p:nvPr>
        </p:nvSpPr>
        <p:spPr>
          <a:xfrm>
            <a:off x="1442783" y="2800483"/>
            <a:ext cx="939961" cy="257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body-slot-7 Placeholder Carrier"/>
          <p:cNvSpPr txBox="1"/>
          <p:nvPr>
            <p:ph type="body" idx="7"/>
          </p:nvPr>
        </p:nvSpPr>
        <p:spPr>
          <a:xfrm>
            <a:off x="1509460" y="3005752"/>
            <a:ext cx="730882" cy="214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06716"/>
            <a:ext cx="2378202" cy="1965484"/>
          </a:xfrm>
          <a:prstGeom prst="rect">
            <a:avLst/>
          </a:prstGeom>
        </p:spPr>
      </p:pic>
      <p:pic>
        <p:nvPicPr>
          <p:cNvPr id="13" name="presenton-image-slot-51 Placeholder Carrier"/>
          <p:cNvPicPr>
            <a:picLocks noChangeAspect="1"/>
          </p:cNvPicPr>
          <p:nvPr>
            <p:ph type="pic" idx="9"/>
          </p:nvPr>
        </p:nvPicPr>
        <p:blipFill>
          <a:blip r:embed="rId6"/>
          <a:srcRect l="0" t="2548" r="0" b="2549"/>
          <a:stretch>
            <a:fillRect/>
          </a:stretch>
        </p:blipFill>
        <p:spPr>
          <a:xfrm>
            <a:off x="1779651" y="4526947"/>
            <a:ext cx="190595" cy="180880"/>
          </a:xfrm>
          <a:prstGeom prst="rect">
            <a:avLst/>
          </a:prstGeom>
        </p:spPr>
      </p:pic>
      <p:sp>
        <p:nvSpPr>
          <p:cNvPr id="14" name="presenton-card_heading-slot-10 Placeholder Carrier"/>
          <p:cNvSpPr txBox="1"/>
          <p:nvPr>
            <p:ph type="title" idx="10"/>
          </p:nvPr>
        </p:nvSpPr>
        <p:spPr>
          <a:xfrm>
            <a:off x="1421161" y="4879410"/>
            <a:ext cx="939961" cy="257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5" name="presenton-card_body-slot-11 Placeholder Carrier"/>
          <p:cNvSpPr txBox="1"/>
          <p:nvPr>
            <p:ph type="body" idx="11"/>
          </p:nvPr>
        </p:nvSpPr>
        <p:spPr>
          <a:xfrm>
            <a:off x="1509460" y="5095442"/>
            <a:ext cx="730882" cy="214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5284" y="3157823"/>
            <a:ext cx="2378202" cy="1965484"/>
          </a:xfrm>
          <a:prstGeom prst="rect">
            <a:avLst/>
          </a:prstGeom>
        </p:spPr>
      </p:pic>
      <p:pic>
        <p:nvPicPr>
          <p:cNvPr id="17" name="presenton-image-slot-53 Placeholder Carrier"/>
          <p:cNvPicPr>
            <a:picLocks noChangeAspect="1"/>
          </p:cNvPicPr>
          <p:nvPr>
            <p:ph type="pic" idx="13"/>
          </p:nvPr>
        </p:nvPicPr>
        <p:blipFill>
          <a:blip r:embed="rId8"/>
          <a:srcRect l="0" t="5916" r="0" b="5917"/>
          <a:stretch>
            <a:fillRect/>
          </a:stretch>
        </p:blipFill>
        <p:spPr>
          <a:xfrm>
            <a:off x="4505420" y="3479578"/>
            <a:ext cx="198025" cy="174593"/>
          </a:xfrm>
          <a:prstGeom prst="rect">
            <a:avLst/>
          </a:prstGeom>
        </p:spPr>
      </p:pic>
      <p:sp>
        <p:nvSpPr>
          <p:cNvPr id="18" name="presenton-card_heading-slot-14 Placeholder Carrier"/>
          <p:cNvSpPr txBox="1"/>
          <p:nvPr>
            <p:ph type="title" idx="14"/>
          </p:nvPr>
        </p:nvSpPr>
        <p:spPr>
          <a:xfrm>
            <a:off x="4080255" y="3850519"/>
            <a:ext cx="939961" cy="257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card_body-slot-15 Placeholder Carrier"/>
          <p:cNvSpPr txBox="1"/>
          <p:nvPr>
            <p:ph type="body" idx="15"/>
          </p:nvPr>
        </p:nvSpPr>
        <p:spPr>
          <a:xfrm>
            <a:off x="4238944" y="4045025"/>
            <a:ext cx="730882" cy="214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45730" y="685800"/>
            <a:ext cx="3760470" cy="548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1" name="presenton-image-slot-54 Placeholder Carrier"/>
          <p:cNvPicPr>
            <a:picLocks noChangeAspect="1"/>
          </p:cNvPicPr>
          <p:nvPr>
            <p:ph type="pic" idx="16"/>
          </p:nvPr>
        </p:nvPicPr>
        <p:blipFill>
          <a:blip r:embed="rId9"/>
          <a:srcRect l="24992" t="0" r="24992" b="0"/>
          <a:stretch>
            <a:fillRect/>
          </a:stretch>
        </p:blipFill>
        <p:spPr>
          <a:xfrm>
            <a:off x="7745730" y="609505"/>
            <a:ext cx="3760470" cy="5638895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primary_headline-slot-2 Placeholder Carrier"/>
          <p:cNvSpPr txBox="1"/>
          <p:nvPr>
            <p:ph type="title" idx="2"/>
          </p:nvPr>
        </p:nvSpPr>
        <p:spPr>
          <a:xfrm>
            <a:off x="666750" y="1616297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paragraph-slot-3 Placeholder Carrier"/>
          <p:cNvSpPr txBox="1"/>
          <p:nvPr>
            <p:ph type="body" idx="3"/>
          </p:nvPr>
        </p:nvSpPr>
        <p:spPr>
          <a:xfrm>
            <a:off x="677673" y="3943059"/>
            <a:ext cx="106314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main_title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Line 6"/>
          <p:cNvSpPr/>
          <p:nvPr/>
        </p:nvSpPr>
        <p:spPr>
          <a:xfrm>
            <a:off x="685990" y="4620578"/>
            <a:ext cx="9525" cy="1540478"/>
          </a:xfrm>
          <a:custGeom>
            <a:avLst/>
            <a:gdLst/>
            <a:ahLst/>
            <a:cxnLst/>
            <a:rect l="l" t="t" r="r" b="b"/>
            <a:pathLst>
              <a:path w="9525" h="1540478">
                <a:moveTo>
                  <a:pt x="0" y="0"/>
                </a:moveTo>
                <a:lnTo>
                  <a:pt x="9525" y="1540478"/>
                </a:lnTo>
              </a:path>
            </a:pathLst>
          </a:custGeom>
          <a:noFill/>
          <a:ln w="12668">
            <a:solidFill>
              <a:srgbClr val="FFFFFF"/>
            </a:solidFill>
          </a:ln>
        </p:spPr>
      </p:sp>
      <p:sp>
        <p:nvSpPr>
          <p:cNvPr id="7" name="presenton-metric_value-slot-3 Placeholder Carrier"/>
          <p:cNvSpPr txBox="1"/>
          <p:nvPr>
            <p:ph type="body" idx="3"/>
          </p:nvPr>
        </p:nvSpPr>
        <p:spPr>
          <a:xfrm>
            <a:off x="792362" y="4613234"/>
            <a:ext cx="2461037" cy="69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530" b="1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etric_heading-slot-4 Placeholder Carrier"/>
          <p:cNvSpPr txBox="1"/>
          <p:nvPr>
            <p:ph type="title" idx="4"/>
          </p:nvPr>
        </p:nvSpPr>
        <p:spPr>
          <a:xfrm>
            <a:off x="801487" y="5316441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metric_description-slot-5 Placeholder Carrier"/>
          <p:cNvSpPr txBox="1"/>
          <p:nvPr>
            <p:ph type="body" idx="5"/>
          </p:nvPr>
        </p:nvSpPr>
        <p:spPr>
          <a:xfrm>
            <a:off x="802843" y="5678543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-597313" y="-435578"/>
            <a:ext cx="13660469" cy="7903369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primary_heading-slot-2 Placeholder Carrier"/>
          <p:cNvSpPr txBox="1"/>
          <p:nvPr>
            <p:ph type="title" idx="2"/>
          </p:nvPr>
        </p:nvSpPr>
        <p:spPr>
          <a:xfrm>
            <a:off x="713422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heading_support_text-slot-3 Placeholder Carrier"/>
          <p:cNvSpPr txBox="1"/>
          <p:nvPr>
            <p:ph type="title" idx="3"/>
          </p:nvPr>
        </p:nvSpPr>
        <p:spPr>
          <a:xfrm>
            <a:off x="677673" y="1497516"/>
            <a:ext cx="108589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09" y="971550"/>
            <a:ext cx="2824924" cy="3214021"/>
          </a:xfrm>
          <a:prstGeom prst="rect">
            <a:avLst/>
          </a:prstGeom>
        </p:spPr>
      </p:pic>
      <p:sp>
        <p:nvSpPr>
          <p:cNvPr id="9" name="presenton-card_value_label-slot-5 Placeholder Carrier"/>
          <p:cNvSpPr txBox="1"/>
          <p:nvPr>
            <p:ph type="body" idx="5"/>
          </p:nvPr>
        </p:nvSpPr>
        <p:spPr>
          <a:xfrm>
            <a:off x="2414975" y="1289561"/>
            <a:ext cx="2478486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card_body_text-slot-6 Placeholder Carrier"/>
          <p:cNvSpPr txBox="1"/>
          <p:nvPr>
            <p:ph type="body" idx="6"/>
          </p:nvPr>
        </p:nvSpPr>
        <p:spPr>
          <a:xfrm>
            <a:off x="3165857" y="2018657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444" y="971550"/>
            <a:ext cx="2824924" cy="3922300"/>
          </a:xfrm>
          <a:prstGeom prst="rect">
            <a:avLst/>
          </a:prstGeom>
        </p:spPr>
      </p:pic>
      <p:sp>
        <p:nvSpPr>
          <p:cNvPr id="12" name="presenton-card_value_label-slot-8 Placeholder Carrier"/>
          <p:cNvSpPr txBox="1"/>
          <p:nvPr>
            <p:ph type="body" idx="8"/>
          </p:nvPr>
        </p:nvSpPr>
        <p:spPr>
          <a:xfrm>
            <a:off x="5634616" y="1533877"/>
            <a:ext cx="2478486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card_body_text-slot-9 Placeholder Carrier"/>
          <p:cNvSpPr txBox="1"/>
          <p:nvPr>
            <p:ph type="body" idx="9"/>
          </p:nvPr>
        </p:nvSpPr>
        <p:spPr>
          <a:xfrm>
            <a:off x="6385497" y="2295930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180" y="971550"/>
            <a:ext cx="2824924" cy="5175314"/>
          </a:xfrm>
          <a:prstGeom prst="rect">
            <a:avLst/>
          </a:prstGeom>
        </p:spPr>
      </p:pic>
      <p:sp>
        <p:nvSpPr>
          <p:cNvPr id="15" name="presenton-card_value_label-slot-11 Placeholder Carrier"/>
          <p:cNvSpPr txBox="1"/>
          <p:nvPr>
            <p:ph type="body" idx="11"/>
          </p:nvPr>
        </p:nvSpPr>
        <p:spPr>
          <a:xfrm>
            <a:off x="8854447" y="1228411"/>
            <a:ext cx="2478486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card_body_text-slot-12 Placeholder Carrier"/>
          <p:cNvSpPr txBox="1"/>
          <p:nvPr>
            <p:ph type="body" idx="12"/>
          </p:nvPr>
        </p:nvSpPr>
        <p:spPr>
          <a:xfrm>
            <a:off x="9607233" y="1971699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-597313" y="-435578"/>
            <a:ext cx="13660469" cy="7903369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headline_text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metric_description-slot-3 Placeholder Carrier"/>
          <p:cNvSpPr txBox="1"/>
          <p:nvPr>
            <p:ph type="body" idx="3"/>
          </p:nvPr>
        </p:nvSpPr>
        <p:spPr>
          <a:xfrm>
            <a:off x="6517081" y="695158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etric_value-slot-4 Placeholder Carrier"/>
          <p:cNvSpPr txBox="1"/>
          <p:nvPr>
            <p:ph type="body" idx="4"/>
          </p:nvPr>
        </p:nvSpPr>
        <p:spPr>
          <a:xfrm>
            <a:off x="9636068" y="1190120"/>
            <a:ext cx="2478486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Line 9"/>
          <p:cNvSpPr/>
          <p:nvPr/>
        </p:nvSpPr>
        <p:spPr>
          <a:xfrm>
            <a:off x="6524530" y="1955006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-597313" y="-435578"/>
            <a:ext cx="13660469" cy="7903369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main_heading-slot-2 Placeholder Carrier"/>
          <p:cNvSpPr txBox="1"/>
          <p:nvPr>
            <p:ph type="title" idx="2"/>
          </p:nvPr>
        </p:nvSpPr>
        <p:spPr>
          <a:xfrm>
            <a:off x="4392307" y="1115663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3392424"/>
            <a:ext cx="3319939" cy="2416016"/>
          </a:xfrm>
          <a:prstGeom prst="roundRect">
            <a:avLst>
              <a:gd name="adj" fmla="val 5914"/>
            </a:avLst>
          </a:prstGeom>
          <a:solidFill>
            <a:srgbClr val="191919">
              <a:alpha val="88000"/>
            </a:srgbClr>
          </a:solidFill>
          <a:ln>
            <a:noFill/>
          </a:ln>
        </p:spPr>
      </p:sp>
      <p:sp>
        <p:nvSpPr>
          <p:cNvPr id="8" name="presenton-metric_value-slot-3 Placeholder Carrier"/>
          <p:cNvSpPr txBox="1"/>
          <p:nvPr>
            <p:ph type="body" idx="3"/>
          </p:nvPr>
        </p:nvSpPr>
        <p:spPr>
          <a:xfrm>
            <a:off x="65682" y="3463547"/>
            <a:ext cx="2478486" cy="730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30" dirty="0">
                <a:solidFill>
                  <a:srgbClr val="FD753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metric_description-slot-4 Placeholder Carrier"/>
          <p:cNvSpPr txBox="1"/>
          <p:nvPr>
            <p:ph type="body" idx="4"/>
          </p:nvPr>
        </p:nvSpPr>
        <p:spPr>
          <a:xfrm>
            <a:off x="1454738" y="4201406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-597313" y="-435578"/>
            <a:ext cx="13660469" cy="7903369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main_heading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left_column_header-slot-3 Placeholder Carrier"/>
          <p:cNvSpPr txBox="1"/>
          <p:nvPr>
            <p:ph type="body" idx="3"/>
          </p:nvPr>
        </p:nvSpPr>
        <p:spPr>
          <a:xfrm>
            <a:off x="6486582" y="997887"/>
            <a:ext cx="1206145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iddle_column_header-slot-4 Placeholder Carrier"/>
          <p:cNvSpPr txBox="1"/>
          <p:nvPr>
            <p:ph type="body" idx="4"/>
          </p:nvPr>
        </p:nvSpPr>
        <p:spPr>
          <a:xfrm>
            <a:off x="8725433" y="997887"/>
            <a:ext cx="1206145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right_column_header-slot-5 Placeholder Carrier"/>
          <p:cNvSpPr txBox="1"/>
          <p:nvPr>
            <p:ph type="body" idx="5"/>
          </p:nvPr>
        </p:nvSpPr>
        <p:spPr>
          <a:xfrm>
            <a:off x="10278389" y="997887"/>
            <a:ext cx="1206145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Line 10"/>
          <p:cNvSpPr/>
          <p:nvPr/>
        </p:nvSpPr>
        <p:spPr>
          <a:xfrm>
            <a:off x="6495383" y="1542764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495383" y="2777490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495383" y="4012216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6495383" y="5246942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  <p:sp>
        <p:nvSpPr>
          <p:cNvPr id="14" name="presenton-first_row_title-slot-6 Placeholder Carrier"/>
          <p:cNvSpPr txBox="1"/>
          <p:nvPr>
            <p:ph type="title" idx="6"/>
          </p:nvPr>
        </p:nvSpPr>
        <p:spPr>
          <a:xfrm>
            <a:off x="6486582" y="1872567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5" name="presenton-first_row_description-slot-7 Placeholder Carrier"/>
          <p:cNvSpPr txBox="1"/>
          <p:nvPr>
            <p:ph type="body" idx="7"/>
          </p:nvPr>
        </p:nvSpPr>
        <p:spPr>
          <a:xfrm>
            <a:off x="6487935" y="2234779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first_row_primary_value-slot-8 Placeholder Carrier"/>
          <p:cNvSpPr txBox="1"/>
          <p:nvPr>
            <p:ph type="body" idx="8"/>
          </p:nvPr>
        </p:nvSpPr>
        <p:spPr>
          <a:xfrm>
            <a:off x="8863066" y="2031078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first_row_secondary_value-slot-9 Placeholder Carrier"/>
          <p:cNvSpPr txBox="1"/>
          <p:nvPr>
            <p:ph type="body" idx="9"/>
          </p:nvPr>
        </p:nvSpPr>
        <p:spPr>
          <a:xfrm>
            <a:off x="10464916" y="2059657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resenton-second_row_title-slot-10 Placeholder Carrier"/>
          <p:cNvSpPr txBox="1"/>
          <p:nvPr>
            <p:ph type="title" idx="10"/>
          </p:nvPr>
        </p:nvSpPr>
        <p:spPr>
          <a:xfrm>
            <a:off x="6486578" y="3107307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second_row_description-slot-11 Placeholder Carrier"/>
          <p:cNvSpPr txBox="1"/>
          <p:nvPr>
            <p:ph type="body" idx="11"/>
          </p:nvPr>
        </p:nvSpPr>
        <p:spPr>
          <a:xfrm>
            <a:off x="6487935" y="3469505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presenton-second_row_primary_value-slot-12 Placeholder Carrier"/>
          <p:cNvSpPr txBox="1"/>
          <p:nvPr>
            <p:ph type="body" idx="12"/>
          </p:nvPr>
        </p:nvSpPr>
        <p:spPr>
          <a:xfrm>
            <a:off x="8863066" y="3265803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resenton-second_row_secondary_value-slot-13 Placeholder Carrier"/>
          <p:cNvSpPr txBox="1"/>
          <p:nvPr>
            <p:ph type="body" idx="13"/>
          </p:nvPr>
        </p:nvSpPr>
        <p:spPr>
          <a:xfrm>
            <a:off x="10360617" y="326190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presenton-third_row_title-slot-14 Placeholder Carrier"/>
          <p:cNvSpPr txBox="1"/>
          <p:nvPr>
            <p:ph type="title" idx="14"/>
          </p:nvPr>
        </p:nvSpPr>
        <p:spPr>
          <a:xfrm>
            <a:off x="6486578" y="4342033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3" name="presenton-third_row_description-slot-15 Placeholder Carrier"/>
          <p:cNvSpPr txBox="1"/>
          <p:nvPr>
            <p:ph type="body" idx="15"/>
          </p:nvPr>
        </p:nvSpPr>
        <p:spPr>
          <a:xfrm>
            <a:off x="6487935" y="4704231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presenton-third_row_primary_value-slot-16 Placeholder Carrier"/>
          <p:cNvSpPr txBox="1"/>
          <p:nvPr>
            <p:ph type="body" idx="16"/>
          </p:nvPr>
        </p:nvSpPr>
        <p:spPr>
          <a:xfrm>
            <a:off x="8863066" y="4500529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presenton-third_row_secondary_value-slot-17 Placeholder Carrier"/>
          <p:cNvSpPr txBox="1"/>
          <p:nvPr>
            <p:ph type="body" idx="17"/>
          </p:nvPr>
        </p:nvSpPr>
        <p:spPr>
          <a:xfrm>
            <a:off x="10501396" y="4529109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6" name="presenton-fourth_row_title-slot-18 Placeholder Carrier"/>
          <p:cNvSpPr txBox="1"/>
          <p:nvPr>
            <p:ph type="title" idx="18"/>
          </p:nvPr>
        </p:nvSpPr>
        <p:spPr>
          <a:xfrm>
            <a:off x="6486578" y="5576759"/>
            <a:ext cx="1231991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7" name="presenton-fourth_row_description-slot-19 Placeholder Carrier"/>
          <p:cNvSpPr txBox="1"/>
          <p:nvPr>
            <p:ph type="body" idx="19"/>
          </p:nvPr>
        </p:nvSpPr>
        <p:spPr>
          <a:xfrm>
            <a:off x="6487935" y="5938957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D9D9D9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8" name="presenton-fourth_row_primary_value-slot-20 Placeholder Carrier"/>
          <p:cNvSpPr txBox="1"/>
          <p:nvPr>
            <p:ph type="body" idx="20"/>
          </p:nvPr>
        </p:nvSpPr>
        <p:spPr>
          <a:xfrm>
            <a:off x="8863066" y="5735255"/>
            <a:ext cx="1206153" cy="338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7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9" name="presenton-fourth_row_secondary_value-slot-21 Placeholder Carrier"/>
          <p:cNvSpPr txBox="1"/>
          <p:nvPr>
            <p:ph type="body" idx="21"/>
          </p:nvPr>
        </p:nvSpPr>
        <p:spPr>
          <a:xfrm>
            <a:off x="10533877" y="5763835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resenton-main_title_text-slot-2 Placeholder Carrier"/>
          <p:cNvSpPr txBox="1"/>
          <p:nvPr>
            <p:ph type="title" idx="2"/>
          </p:nvPr>
        </p:nvSpPr>
        <p:spPr>
          <a:xfrm>
            <a:off x="4406595" y="758190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olygon 6"/>
          <p:cNvSpPr/>
          <p:nvPr/>
        </p:nvSpPr>
        <p:spPr>
          <a:xfrm>
            <a:off x="681038" y="2350770"/>
            <a:ext cx="5176838" cy="3960495"/>
          </a:xfrm>
          <a:custGeom>
            <a:avLst/>
            <a:gdLst/>
            <a:ahLst/>
            <a:cxnLst/>
            <a:rect l="l" t="t" r="r" b="b"/>
            <a:pathLst>
              <a:path w="5176838" h="3960495">
                <a:moveTo>
                  <a:pt x="0" y="0"/>
                </a:moveTo>
                <a:lnTo>
                  <a:pt x="5176838" y="0"/>
                </a:lnTo>
                <a:lnTo>
                  <a:pt x="5176838" y="3960495"/>
                </a:lnTo>
                <a:lnTo>
                  <a:pt x="0" y="3960495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-610076" y="-435578"/>
            <a:ext cx="13660469" cy="7903369"/>
          </a:xfrm>
          <a:prstGeom prst="rect">
            <a:avLst/>
          </a:prstGeom>
          <a:noFill/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8" r="0" b="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resenton-main_title-slot-2 Placeholder Carrier"/>
          <p:cNvSpPr txBox="1"/>
          <p:nvPr>
            <p:ph type="title" idx="2"/>
          </p:nvPr>
        </p:nvSpPr>
        <p:spPr>
          <a:xfrm>
            <a:off x="666750" y="751808"/>
            <a:ext cx="3407481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olygon 7"/>
          <p:cNvSpPr/>
          <p:nvPr/>
        </p:nvSpPr>
        <p:spPr>
          <a:xfrm>
            <a:off x="685800" y="2686050"/>
            <a:ext cx="4562475" cy="3486150"/>
          </a:xfrm>
          <a:custGeom>
            <a:avLst/>
            <a:gdLst/>
            <a:ahLst/>
            <a:cxnLst/>
            <a:rect l="l" t="t" r="r" b="b"/>
            <a:pathLst>
              <a:path w="4562475" h="3486150">
                <a:moveTo>
                  <a:pt x="0" y="0"/>
                </a:moveTo>
                <a:lnTo>
                  <a:pt x="4562475" y="0"/>
                </a:lnTo>
                <a:lnTo>
                  <a:pt x="4562475" y="3486150"/>
                </a:lnTo>
                <a:lnTo>
                  <a:pt x="0" y="34861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8" name="presenton-section_heading-slot-3 Placeholder Carrier"/>
          <p:cNvSpPr txBox="1"/>
          <p:nvPr>
            <p:ph type="title" idx="3"/>
          </p:nvPr>
        </p:nvSpPr>
        <p:spPr>
          <a:xfrm>
            <a:off x="6515729" y="1583865"/>
            <a:ext cx="1231983" cy="3388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3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section_body-slot-4 Placeholder Carrier"/>
          <p:cNvSpPr txBox="1"/>
          <p:nvPr>
            <p:ph type="body" idx="4"/>
          </p:nvPr>
        </p:nvSpPr>
        <p:spPr>
          <a:xfrm>
            <a:off x="6517081" y="1946077"/>
            <a:ext cx="976724" cy="286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70" dirty="0">
                <a:solidFill>
                  <a:srgbClr val="E6E6E6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Line 10"/>
          <p:cNvSpPr/>
          <p:nvPr/>
        </p:nvSpPr>
        <p:spPr>
          <a:xfrm>
            <a:off x="6524530" y="2493550"/>
            <a:ext cx="4981670" cy="9525"/>
          </a:xfrm>
          <a:custGeom>
            <a:avLst/>
            <a:gdLst/>
            <a:ahLst/>
            <a:cxnLst/>
            <a:rect l="l" t="t" r="r" b="b"/>
            <a:pathLst>
              <a:path w="4981670" h="9525">
                <a:moveTo>
                  <a:pt x="0" y="0"/>
                </a:moveTo>
                <a:lnTo>
                  <a:pt x="4981670" y="9525"/>
                </a:lnTo>
              </a:path>
            </a:pathLst>
          </a:custGeom>
          <a:noFill/>
          <a:ln w="12668">
            <a:solidFill>
              <a:srgbClr val="FFFFFF">
                <a:alpha val="24000"/>
              </a:srgbClr>
            </a:solidFill>
          </a:ln>
        </p:spPr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334155"/>
      </a:dk1>
      <a:lt1>
        <a:srgbClr val="FFFFFF"/>
      </a:lt1>
      <a:dk2>
        <a:srgbClr val="334155"/>
      </a:dk2>
      <a:lt2>
        <a:srgbClr val="FFFFFF"/>
      </a:lt2>
      <a:accent1>
        <a:srgbClr val="1E4CD9"/>
      </a:accent1>
      <a:accent2>
        <a:srgbClr val="234CD9"/>
      </a:accent2>
      <a:accent3>
        <a:srgbClr val="234CD9"/>
      </a:accent3>
      <a:accent4>
        <a:srgbClr val="1E4CD9"/>
      </a:accent4>
      <a:accent5>
        <a:srgbClr val="4BACC6"/>
      </a:accent5>
      <a:accent6>
        <a:srgbClr val="F79646"/>
      </a:accent6>
      <a:hlink>
        <a:srgbClr val="234CD9"/>
      </a:hlink>
      <a:folHlink>
        <a:srgbClr val="234CD9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2026-08-03T22:49:47Z</dcterms:created>
  <dcterms:modified xsi:type="dcterms:W3CDTF">2026-08-03T22:49:47Z</dcterms:modified>
  <cp:category/>
  <cp:contentStatus/>
</cp:coreProperties>
</file>