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cover_title-slot-1 Placeholder"/>
          <p:cNvSpPr>
            <a:spLocks noGrp="1"/>
          </p:cNvSpPr>
          <p:nvPr>
            <p:ph type="title" idx="1"/>
          </p:nvPr>
        </p:nvSpPr>
        <p:spPr>
          <a:xfrm>
            <a:off x="539782" y="2172176"/>
            <a:ext cx="6296025" cy="2388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1330"/>
            </a:lvl1pPr>
          </a:lstStyle>
          <a:p>
            <a:pPr algn="l"/>
            <a:r>
              <a:rPr lang="en-US" sz="1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cover_subtitle-slot-2 Placeholder"/>
          <p:cNvSpPr>
            <a:spLocks noGrp="1"/>
          </p:cNvSpPr>
          <p:nvPr>
            <p:ph type="title" idx="2"/>
          </p:nvPr>
        </p:nvSpPr>
        <p:spPr>
          <a:xfrm>
            <a:off x="650748" y="4542854"/>
            <a:ext cx="6191250" cy="5207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presenter_metadata-slot-3 Placeholder"/>
          <p:cNvSpPr>
            <a:spLocks noGrp="1"/>
          </p:cNvSpPr>
          <p:nvPr>
            <p:ph type="body" idx="3"/>
          </p:nvPr>
        </p:nvSpPr>
        <p:spPr>
          <a:xfrm>
            <a:off x="539782" y="6157912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date_metadata-slot-4 Placeholder"/>
          <p:cNvSpPr>
            <a:spLocks noGrp="1"/>
          </p:cNvSpPr>
          <p:nvPr>
            <p:ph type="body" idx="4"/>
          </p:nvPr>
        </p:nvSpPr>
        <p:spPr>
          <a:xfrm>
            <a:off x="6918674" y="6157912"/>
            <a:ext cx="250488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224361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2 Placeholder"/>
          <p:cNvSpPr>
            <a:spLocks noGrp="1"/>
          </p:cNvSpPr>
          <p:nvPr>
            <p:ph type="title" idx="2"/>
          </p:nvPr>
        </p:nvSpPr>
        <p:spPr>
          <a:xfrm>
            <a:off x="836200" y="1466945"/>
            <a:ext cx="9880664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agenda_item_label-slot-3 Placeholder"/>
          <p:cNvSpPr>
            <a:spLocks noGrp="1"/>
          </p:cNvSpPr>
          <p:nvPr>
            <p:ph type="body" idx="3"/>
          </p:nvPr>
        </p:nvSpPr>
        <p:spPr>
          <a:xfrm>
            <a:off x="806482" y="2919984"/>
            <a:ext cx="2438400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2E3545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agenda_item_description-slot-4 Placeholder"/>
          <p:cNvSpPr>
            <a:spLocks noGrp="1"/>
          </p:cNvSpPr>
          <p:nvPr>
            <p:ph type="body" idx="4"/>
          </p:nvPr>
        </p:nvSpPr>
        <p:spPr>
          <a:xfrm>
            <a:off x="806482" y="3151346"/>
            <a:ext cx="2438400" cy="195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484631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3 Placeholder"/>
          <p:cNvSpPr>
            <a:spLocks noGrp="1"/>
          </p:cNvSpPr>
          <p:nvPr>
            <p:ph type="title" idx="3"/>
          </p:nvPr>
        </p:nvSpPr>
        <p:spPr>
          <a:xfrm>
            <a:off x="539782" y="1257300"/>
            <a:ext cx="5052346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450"/>
            </a:lvl1pPr>
          </a:lstStyle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description-slot-4 Placeholder"/>
          <p:cNvSpPr>
            <a:spLocks noGrp="1"/>
          </p:cNvSpPr>
          <p:nvPr>
            <p:ph type="body" idx="4"/>
          </p:nvPr>
        </p:nvSpPr>
        <p:spPr>
          <a:xfrm>
            <a:off x="539782" y="2175891"/>
            <a:ext cx="4649438" cy="12867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5 Placeholder"/>
          <p:cNvSpPr>
            <a:spLocks noGrp="1"/>
          </p:cNvSpPr>
          <p:nvPr>
            <p:ph type="pic" idx="5"/>
          </p:nvPr>
        </p:nvSpPr>
        <p:spPr>
          <a:xfrm>
            <a:off x="5669661" y="1479709"/>
            <a:ext cx="2828925" cy="46924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footer_slide_marker-slot-6 Placeholder"/>
          <p:cNvSpPr>
            <a:spLocks noGrp="1"/>
          </p:cNvSpPr>
          <p:nvPr>
            <p:ph type="body" idx="6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08647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ection_title-slot-2 Placeholder"/>
          <p:cNvSpPr>
            <a:spLocks noGrp="1"/>
          </p:cNvSpPr>
          <p:nvPr>
            <p:ph type="title" idx="2"/>
          </p:nvPr>
        </p:nvSpPr>
        <p:spPr>
          <a:xfrm>
            <a:off x="539782" y="3047238"/>
            <a:ext cx="4290632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ection_description-slot-3 Placeholder"/>
          <p:cNvSpPr>
            <a:spLocks noGrp="1"/>
          </p:cNvSpPr>
          <p:nvPr>
            <p:ph type="body" idx="3"/>
          </p:nvPr>
        </p:nvSpPr>
        <p:spPr>
          <a:xfrm>
            <a:off x="539782" y="3923538"/>
            <a:ext cx="3970782" cy="767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arker_label-slot-4 Placeholder"/>
          <p:cNvSpPr>
            <a:spLocks noGrp="1"/>
          </p:cNvSpPr>
          <p:nvPr>
            <p:ph type="body" idx="4"/>
          </p:nvPr>
        </p:nvSpPr>
        <p:spPr>
          <a:xfrm>
            <a:off x="4658392" y="1373219"/>
            <a:ext cx="417957" cy="32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070"/>
            </a:lvl1pPr>
          </a:lstStyle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llout_text-slot-5 Placeholder"/>
          <p:cNvSpPr>
            <a:spLocks noGrp="1"/>
          </p:cNvSpPr>
          <p:nvPr>
            <p:ph type="body" idx="5"/>
          </p:nvPr>
        </p:nvSpPr>
        <p:spPr>
          <a:xfrm>
            <a:off x="5696140" y="1098614"/>
            <a:ext cx="9525" cy="1625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arker_label-slot-6 Placeholder"/>
          <p:cNvSpPr>
            <a:spLocks noGrp="1"/>
          </p:cNvSpPr>
          <p:nvPr>
            <p:ph type="body" idx="6"/>
          </p:nvPr>
        </p:nvSpPr>
        <p:spPr>
          <a:xfrm>
            <a:off x="5069205" y="2810066"/>
            <a:ext cx="394811" cy="32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070"/>
            </a:lvl1pPr>
          </a:lstStyle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llout_text-slot-7 Placeholder"/>
          <p:cNvSpPr>
            <a:spLocks noGrp="1"/>
          </p:cNvSpPr>
          <p:nvPr>
            <p:ph type="body" idx="7"/>
          </p:nvPr>
        </p:nvSpPr>
        <p:spPr>
          <a:xfrm>
            <a:off x="5856065" y="2573369"/>
            <a:ext cx="9525" cy="162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arker_label-slot-8 Placeholder"/>
          <p:cNvSpPr>
            <a:spLocks noGrp="1"/>
          </p:cNvSpPr>
          <p:nvPr>
            <p:ph type="body" idx="8"/>
          </p:nvPr>
        </p:nvSpPr>
        <p:spPr>
          <a:xfrm>
            <a:off x="4973574" y="4230910"/>
            <a:ext cx="396145" cy="32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070"/>
            </a:lvl1pPr>
          </a:lstStyle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callout_text-slot-9 Placeholder"/>
          <p:cNvSpPr>
            <a:spLocks noGrp="1"/>
          </p:cNvSpPr>
          <p:nvPr>
            <p:ph type="body" idx="9"/>
          </p:nvPr>
        </p:nvSpPr>
        <p:spPr>
          <a:xfrm>
            <a:off x="5856065" y="4048125"/>
            <a:ext cx="9525" cy="162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marker_label-slot-10 Placeholder"/>
          <p:cNvSpPr>
            <a:spLocks noGrp="1"/>
          </p:cNvSpPr>
          <p:nvPr>
            <p:ph type="body" idx="10"/>
          </p:nvPr>
        </p:nvSpPr>
        <p:spPr>
          <a:xfrm>
            <a:off x="4277011" y="5673471"/>
            <a:ext cx="407003" cy="32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070"/>
            </a:lvl1pPr>
          </a:lstStyle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callout_text-slot-11 Placeholder"/>
          <p:cNvSpPr>
            <a:spLocks noGrp="1"/>
          </p:cNvSpPr>
          <p:nvPr>
            <p:ph type="body" idx="11"/>
          </p:nvPr>
        </p:nvSpPr>
        <p:spPr>
          <a:xfrm>
            <a:off x="5696140" y="5522881"/>
            <a:ext cx="9525" cy="1625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footer_index-slot-12 Placeholder"/>
          <p:cNvSpPr>
            <a:spLocks noGrp="1"/>
          </p:cNvSpPr>
          <p:nvPr>
            <p:ph type="body" idx="12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045241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3 Placeholder"/>
          <p:cNvSpPr>
            <a:spLocks noGrp="1"/>
          </p:cNvSpPr>
          <p:nvPr>
            <p:ph type="title" idx="3"/>
          </p:nvPr>
        </p:nvSpPr>
        <p:spPr>
          <a:xfrm>
            <a:off x="539782" y="1257300"/>
            <a:ext cx="10802969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4 Placeholder"/>
          <p:cNvSpPr>
            <a:spLocks noGrp="1"/>
          </p:cNvSpPr>
          <p:nvPr>
            <p:ph type="body" idx="4"/>
          </p:nvPr>
        </p:nvSpPr>
        <p:spPr>
          <a:xfrm>
            <a:off x="539782" y="2144173"/>
            <a:ext cx="11068050" cy="386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10 Placeholder"/>
          <p:cNvSpPr>
            <a:spLocks noGrp="1"/>
          </p:cNvSpPr>
          <p:nvPr>
            <p:ph type="pic" idx="6"/>
          </p:nvPr>
        </p:nvSpPr>
        <p:spPr>
          <a:xfrm>
            <a:off x="3264884" y="2779204"/>
            <a:ext cx="2707576" cy="406146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717518" y="3829526"/>
            <a:ext cx="2422493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8 Placeholder"/>
          <p:cNvSpPr>
            <a:spLocks noGrp="1"/>
          </p:cNvSpPr>
          <p:nvPr>
            <p:ph type="body" idx="8"/>
          </p:nvPr>
        </p:nvSpPr>
        <p:spPr>
          <a:xfrm>
            <a:off x="717518" y="4284726"/>
            <a:ext cx="2460784" cy="1524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12 Placeholder"/>
          <p:cNvSpPr>
            <a:spLocks noGrp="1"/>
          </p:cNvSpPr>
          <p:nvPr>
            <p:ph type="pic" idx="10"/>
          </p:nvPr>
        </p:nvSpPr>
        <p:spPr>
          <a:xfrm>
            <a:off x="8900160" y="2779204"/>
            <a:ext cx="2707576" cy="406146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card_title-slot-11 Placeholder"/>
          <p:cNvSpPr>
            <a:spLocks noGrp="1"/>
          </p:cNvSpPr>
          <p:nvPr>
            <p:ph type="title" idx="11"/>
          </p:nvPr>
        </p:nvSpPr>
        <p:spPr>
          <a:xfrm>
            <a:off x="6288214" y="3829526"/>
            <a:ext cx="2422493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12 Placeholder"/>
          <p:cNvSpPr>
            <a:spLocks noGrp="1"/>
          </p:cNvSpPr>
          <p:nvPr>
            <p:ph type="body" idx="12"/>
          </p:nvPr>
        </p:nvSpPr>
        <p:spPr>
          <a:xfrm>
            <a:off x="6288214" y="4284726"/>
            <a:ext cx="2460784" cy="1524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label-slot-13 Placeholder"/>
          <p:cNvSpPr>
            <a:spLocks noGrp="1"/>
          </p:cNvSpPr>
          <p:nvPr>
            <p:ph type="body" idx="13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01743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13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2705100" cy="28479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image-slot-14 Placeholder"/>
          <p:cNvSpPr>
            <a:spLocks noGrp="1"/>
          </p:cNvSpPr>
          <p:nvPr>
            <p:ph type="pic" idx="2"/>
          </p:nvPr>
        </p:nvSpPr>
        <p:spPr>
          <a:xfrm>
            <a:off x="0" y="2924175"/>
            <a:ext cx="2705100" cy="39338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image-slot-15 Placeholder"/>
          <p:cNvSpPr>
            <a:spLocks noGrp="1"/>
          </p:cNvSpPr>
          <p:nvPr>
            <p:ph type="pic" idx="3"/>
          </p:nvPr>
        </p:nvSpPr>
        <p:spPr>
          <a:xfrm>
            <a:off x="2781300" y="0"/>
            <a:ext cx="3238500" cy="39909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mage-slot-16 Placeholder"/>
          <p:cNvSpPr>
            <a:spLocks noGrp="1"/>
          </p:cNvSpPr>
          <p:nvPr>
            <p:ph type="pic" idx="4"/>
          </p:nvPr>
        </p:nvSpPr>
        <p:spPr>
          <a:xfrm>
            <a:off x="2781300" y="4048125"/>
            <a:ext cx="3238500" cy="28098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main_headline_text-slot-5 Placeholder"/>
          <p:cNvSpPr>
            <a:spLocks noGrp="1"/>
          </p:cNvSpPr>
          <p:nvPr>
            <p:ph type="title" idx="5"/>
          </p:nvPr>
        </p:nvSpPr>
        <p:spPr>
          <a:xfrm>
            <a:off x="6591300" y="1257300"/>
            <a:ext cx="4692872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step_marker_text-slot-6 Placeholder"/>
          <p:cNvSpPr>
            <a:spLocks noGrp="1"/>
          </p:cNvSpPr>
          <p:nvPr>
            <p:ph type="body" idx="6"/>
          </p:nvPr>
        </p:nvSpPr>
        <p:spPr>
          <a:xfrm>
            <a:off x="6657975" y="3419475"/>
            <a:ext cx="2095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step_heading_text-slot-7 Placeholder"/>
          <p:cNvSpPr>
            <a:spLocks noGrp="1"/>
          </p:cNvSpPr>
          <p:nvPr>
            <p:ph type="title" idx="7"/>
          </p:nvPr>
        </p:nvSpPr>
        <p:spPr>
          <a:xfrm>
            <a:off x="7115175" y="3333750"/>
            <a:ext cx="3802666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step_description_text-slot-8 Placeholder"/>
          <p:cNvSpPr>
            <a:spLocks noGrp="1"/>
          </p:cNvSpPr>
          <p:nvPr>
            <p:ph type="body" idx="8"/>
          </p:nvPr>
        </p:nvSpPr>
        <p:spPr>
          <a:xfrm>
            <a:off x="7115175" y="3524250"/>
            <a:ext cx="3905250" cy="616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footer_marker_text-slot-9 Placeholder"/>
          <p:cNvSpPr>
            <a:spLocks noGrp="1"/>
          </p:cNvSpPr>
          <p:nvPr>
            <p:ph type="body" idx="9"/>
          </p:nvPr>
        </p:nvSpPr>
        <p:spPr>
          <a:xfrm>
            <a:off x="11658600" y="6286500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817379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10868978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2 Placeholder"/>
          <p:cNvSpPr>
            <a:spLocks noGrp="1"/>
          </p:cNvSpPr>
          <p:nvPr>
            <p:ph type="body" idx="2"/>
          </p:nvPr>
        </p:nvSpPr>
        <p:spPr>
          <a:xfrm>
            <a:off x="539782" y="2087690"/>
            <a:ext cx="1096641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18 Placeholder"/>
          <p:cNvSpPr>
            <a:spLocks noGrp="1"/>
          </p:cNvSpPr>
          <p:nvPr>
            <p:ph type="pic" idx="4"/>
          </p:nvPr>
        </p:nvSpPr>
        <p:spPr>
          <a:xfrm>
            <a:off x="1394555" y="3569779"/>
            <a:ext cx="368332" cy="36833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step_heading-slot-5 Placeholder"/>
          <p:cNvSpPr>
            <a:spLocks noGrp="1"/>
          </p:cNvSpPr>
          <p:nvPr>
            <p:ph type="title" idx="5"/>
          </p:nvPr>
        </p:nvSpPr>
        <p:spPr>
          <a:xfrm>
            <a:off x="685800" y="4536186"/>
            <a:ext cx="1856804" cy="338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step_description-slot-6 Placeholder"/>
          <p:cNvSpPr>
            <a:spLocks noGrp="1"/>
          </p:cNvSpPr>
          <p:nvPr>
            <p:ph type="body" idx="6"/>
          </p:nvPr>
        </p:nvSpPr>
        <p:spPr>
          <a:xfrm>
            <a:off x="685800" y="5546598"/>
            <a:ext cx="1695450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pagination_label-slot-9 Placeholder"/>
          <p:cNvSpPr>
            <a:spLocks noGrp="1"/>
          </p:cNvSpPr>
          <p:nvPr>
            <p:ph type="body" idx="9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128603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6810375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450"/>
            </a:lvl1pPr>
          </a:lstStyle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paragraph-slot-2 Placeholder"/>
          <p:cNvSpPr>
            <a:spLocks noGrp="1"/>
          </p:cNvSpPr>
          <p:nvPr>
            <p:ph type="body" idx="2"/>
          </p:nvPr>
        </p:nvSpPr>
        <p:spPr>
          <a:xfrm>
            <a:off x="7488841" y="1362837"/>
            <a:ext cx="4247578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21 Placeholder"/>
          <p:cNvSpPr>
            <a:spLocks noGrp="1"/>
          </p:cNvSpPr>
          <p:nvPr>
            <p:ph type="pic" idx="3"/>
          </p:nvPr>
        </p:nvSpPr>
        <p:spPr>
          <a:xfrm>
            <a:off x="0" y="2391823"/>
            <a:ext cx="12192000" cy="181327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mage-slot-22 Placeholder"/>
          <p:cNvSpPr>
            <a:spLocks noGrp="1"/>
          </p:cNvSpPr>
          <p:nvPr>
            <p:ph type="pic" idx="4"/>
          </p:nvPr>
        </p:nvSpPr>
        <p:spPr>
          <a:xfrm>
            <a:off x="491300" y="3652552"/>
            <a:ext cx="1940719" cy="194071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metric_value-slot-6 Placeholder"/>
          <p:cNvSpPr>
            <a:spLocks noGrp="1"/>
          </p:cNvSpPr>
          <p:nvPr>
            <p:ph type="body" idx="6"/>
          </p:nvPr>
        </p:nvSpPr>
        <p:spPr>
          <a:xfrm>
            <a:off x="915734" y="4350163"/>
            <a:ext cx="1095375" cy="4266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en-US" sz="2800" b="1" dirty="0">
                <a:solidFill>
                  <a:srgbClr val="2E3545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24 Placeholder"/>
          <p:cNvSpPr>
            <a:spLocks noGrp="1"/>
          </p:cNvSpPr>
          <p:nvPr>
            <p:ph type="pic" idx="7"/>
          </p:nvPr>
        </p:nvSpPr>
        <p:spPr>
          <a:xfrm>
            <a:off x="1294638" y="5465064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metric_heading-slot-8 Placeholder"/>
          <p:cNvSpPr>
            <a:spLocks noGrp="1"/>
          </p:cNvSpPr>
          <p:nvPr>
            <p:ph type="title" idx="8"/>
          </p:nvPr>
        </p:nvSpPr>
        <p:spPr>
          <a:xfrm>
            <a:off x="391858" y="5871400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metric_caption-slot-9 Placeholder"/>
          <p:cNvSpPr>
            <a:spLocks noGrp="1"/>
          </p:cNvSpPr>
          <p:nvPr>
            <p:ph type="body" idx="9"/>
          </p:nvPr>
        </p:nvSpPr>
        <p:spPr>
          <a:xfrm>
            <a:off x="391858" y="6095619"/>
            <a:ext cx="21336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marker-slot-10 Placeholder"/>
          <p:cNvSpPr>
            <a:spLocks noGrp="1"/>
          </p:cNvSpPr>
          <p:nvPr>
            <p:ph type="body" idx="10"/>
          </p:nvPr>
        </p:nvSpPr>
        <p:spPr>
          <a:xfrm>
            <a:off x="11671459" y="6462141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743850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342900" y="1257300"/>
            <a:ext cx="10663238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2 Placeholder"/>
          <p:cNvSpPr>
            <a:spLocks noGrp="1"/>
          </p:cNvSpPr>
          <p:nvPr>
            <p:ph type="title" idx="2"/>
          </p:nvPr>
        </p:nvSpPr>
        <p:spPr>
          <a:xfrm>
            <a:off x="2124075" y="2143125"/>
            <a:ext cx="79438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badge_label-slot-3 Placeholder"/>
          <p:cNvSpPr>
            <a:spLocks noGrp="1"/>
          </p:cNvSpPr>
          <p:nvPr>
            <p:ph type="body" idx="3"/>
          </p:nvPr>
        </p:nvSpPr>
        <p:spPr>
          <a:xfrm>
            <a:off x="1752600" y="3076575"/>
            <a:ext cx="45720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1000125" y="4486275"/>
            <a:ext cx="19431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description-slot-5 Placeholder"/>
          <p:cNvSpPr>
            <a:spLocks noGrp="1"/>
          </p:cNvSpPr>
          <p:nvPr>
            <p:ph type="body" idx="5"/>
          </p:nvPr>
        </p:nvSpPr>
        <p:spPr>
          <a:xfrm>
            <a:off x="1000125" y="5124450"/>
            <a:ext cx="195262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rd_badge_label-slot-6 Placeholder"/>
          <p:cNvSpPr>
            <a:spLocks noGrp="1"/>
          </p:cNvSpPr>
          <p:nvPr>
            <p:ph type="body" idx="6"/>
          </p:nvPr>
        </p:nvSpPr>
        <p:spPr>
          <a:xfrm>
            <a:off x="4629150" y="3076575"/>
            <a:ext cx="45720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3876675" y="4486275"/>
            <a:ext cx="19431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description-slot-8 Placeholder"/>
          <p:cNvSpPr>
            <a:spLocks noGrp="1"/>
          </p:cNvSpPr>
          <p:nvPr>
            <p:ph type="body" idx="8"/>
          </p:nvPr>
        </p:nvSpPr>
        <p:spPr>
          <a:xfrm>
            <a:off x="3876675" y="5124450"/>
            <a:ext cx="195262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card_badge_label-slot-9 Placeholder"/>
          <p:cNvSpPr>
            <a:spLocks noGrp="1"/>
          </p:cNvSpPr>
          <p:nvPr>
            <p:ph type="body" idx="9"/>
          </p:nvPr>
        </p:nvSpPr>
        <p:spPr>
          <a:xfrm>
            <a:off x="7505700" y="3076575"/>
            <a:ext cx="45720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card_title-slot-10 Placeholder"/>
          <p:cNvSpPr>
            <a:spLocks noGrp="1"/>
          </p:cNvSpPr>
          <p:nvPr>
            <p:ph type="title" idx="10"/>
          </p:nvPr>
        </p:nvSpPr>
        <p:spPr>
          <a:xfrm>
            <a:off x="6753225" y="4486275"/>
            <a:ext cx="19431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card_description-slot-11 Placeholder"/>
          <p:cNvSpPr>
            <a:spLocks noGrp="1"/>
          </p:cNvSpPr>
          <p:nvPr>
            <p:ph type="body" idx="11"/>
          </p:nvPr>
        </p:nvSpPr>
        <p:spPr>
          <a:xfrm>
            <a:off x="6753225" y="5124450"/>
            <a:ext cx="195262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card_badge_label-slot-12 Placeholder"/>
          <p:cNvSpPr>
            <a:spLocks noGrp="1"/>
          </p:cNvSpPr>
          <p:nvPr>
            <p:ph type="body" idx="12"/>
          </p:nvPr>
        </p:nvSpPr>
        <p:spPr>
          <a:xfrm>
            <a:off x="10201275" y="3076575"/>
            <a:ext cx="45720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card_title-slot-13 Placeholder"/>
          <p:cNvSpPr>
            <a:spLocks noGrp="1"/>
          </p:cNvSpPr>
          <p:nvPr>
            <p:ph type="title" idx="13"/>
          </p:nvPr>
        </p:nvSpPr>
        <p:spPr>
          <a:xfrm>
            <a:off x="9477375" y="4486275"/>
            <a:ext cx="187642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card_description-slot-14 Placeholder"/>
          <p:cNvSpPr>
            <a:spLocks noGrp="1"/>
          </p:cNvSpPr>
          <p:nvPr>
            <p:ph type="body" idx="14"/>
          </p:nvPr>
        </p:nvSpPr>
        <p:spPr>
          <a:xfrm>
            <a:off x="9439275" y="5124450"/>
            <a:ext cx="195262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page_marker-slot-17 Placeholder"/>
          <p:cNvSpPr>
            <a:spLocks noGrp="1"/>
          </p:cNvSpPr>
          <p:nvPr>
            <p:ph type="body" idx="17"/>
          </p:nvPr>
        </p:nvSpPr>
        <p:spPr>
          <a:xfrm>
            <a:off x="11658600" y="6286500"/>
            <a:ext cx="1809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84225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6201156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paragraph-slot-2 Placeholder"/>
          <p:cNvSpPr>
            <a:spLocks noGrp="1"/>
          </p:cNvSpPr>
          <p:nvPr>
            <p:ph type="body" idx="2"/>
          </p:nvPr>
        </p:nvSpPr>
        <p:spPr>
          <a:xfrm>
            <a:off x="539782" y="2144173"/>
            <a:ext cx="10572750" cy="386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page_marker-slot-3 Placeholder"/>
          <p:cNvSpPr>
            <a:spLocks noGrp="1"/>
          </p:cNvSpPr>
          <p:nvPr>
            <p:ph type="body" idx="3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96129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10715149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lide_description-slot-2 Placeholder"/>
          <p:cNvSpPr>
            <a:spLocks noGrp="1"/>
          </p:cNvSpPr>
          <p:nvPr>
            <p:ph type="body" idx="2"/>
          </p:nvPr>
        </p:nvSpPr>
        <p:spPr>
          <a:xfrm>
            <a:off x="539782" y="2057400"/>
            <a:ext cx="10966418" cy="576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30 Placeholder"/>
          <p:cNvSpPr>
            <a:spLocks noGrp="1"/>
          </p:cNvSpPr>
          <p:nvPr>
            <p:ph type="pic" idx="6"/>
          </p:nvPr>
        </p:nvSpPr>
        <p:spPr>
          <a:xfrm>
            <a:off x="796862" y="3520630"/>
            <a:ext cx="482441" cy="48244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972217" y="5047012"/>
            <a:ext cx="136588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8 Placeholder"/>
          <p:cNvSpPr>
            <a:spLocks noGrp="1"/>
          </p:cNvSpPr>
          <p:nvPr>
            <p:ph type="body" idx="8"/>
          </p:nvPr>
        </p:nvSpPr>
        <p:spPr>
          <a:xfrm>
            <a:off x="972217" y="5457254"/>
            <a:ext cx="1365885" cy="5359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34 Placeholder"/>
          <p:cNvSpPr>
            <a:spLocks noGrp="1"/>
          </p:cNvSpPr>
          <p:nvPr>
            <p:ph type="pic" idx="12"/>
          </p:nvPr>
        </p:nvSpPr>
        <p:spPr>
          <a:xfrm>
            <a:off x="2945987" y="2720912"/>
            <a:ext cx="482441" cy="48244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card_title-slot-13 Placeholder"/>
          <p:cNvSpPr>
            <a:spLocks noGrp="1"/>
          </p:cNvSpPr>
          <p:nvPr>
            <p:ph type="title" idx="13"/>
          </p:nvPr>
        </p:nvSpPr>
        <p:spPr>
          <a:xfrm>
            <a:off x="3159347" y="4249484"/>
            <a:ext cx="136588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14 Placeholder"/>
          <p:cNvSpPr>
            <a:spLocks noGrp="1"/>
          </p:cNvSpPr>
          <p:nvPr>
            <p:ph type="body" idx="14"/>
          </p:nvPr>
        </p:nvSpPr>
        <p:spPr>
          <a:xfrm>
            <a:off x="3159347" y="4659725"/>
            <a:ext cx="1365885" cy="579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image-slot-38 Placeholder"/>
          <p:cNvSpPr>
            <a:spLocks noGrp="1"/>
          </p:cNvSpPr>
          <p:nvPr>
            <p:ph type="pic" idx="18"/>
          </p:nvPr>
        </p:nvSpPr>
        <p:spPr>
          <a:xfrm>
            <a:off x="5193316" y="3597974"/>
            <a:ext cx="482441" cy="48244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1" name="presenton-card_title-slot-19 Placeholder"/>
          <p:cNvSpPr>
            <a:spLocks noGrp="1"/>
          </p:cNvSpPr>
          <p:nvPr>
            <p:ph type="title" idx="19"/>
          </p:nvPr>
        </p:nvSpPr>
        <p:spPr>
          <a:xfrm>
            <a:off x="5431917" y="5047012"/>
            <a:ext cx="136588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card_body-slot-20 Placeholder"/>
          <p:cNvSpPr>
            <a:spLocks noGrp="1"/>
          </p:cNvSpPr>
          <p:nvPr>
            <p:ph type="body" idx="20"/>
          </p:nvPr>
        </p:nvSpPr>
        <p:spPr>
          <a:xfrm>
            <a:off x="5431917" y="5457254"/>
            <a:ext cx="1365885" cy="730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image-slot-42 Placeholder"/>
          <p:cNvSpPr>
            <a:spLocks noGrp="1"/>
          </p:cNvSpPr>
          <p:nvPr>
            <p:ph type="pic" idx="24"/>
          </p:nvPr>
        </p:nvSpPr>
        <p:spPr>
          <a:xfrm>
            <a:off x="7380637" y="2808922"/>
            <a:ext cx="482441" cy="48244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4" name="presenton-card_title-slot-25 Placeholder"/>
          <p:cNvSpPr>
            <a:spLocks noGrp="1"/>
          </p:cNvSpPr>
          <p:nvPr>
            <p:ph type="title" idx="25"/>
          </p:nvPr>
        </p:nvSpPr>
        <p:spPr>
          <a:xfrm>
            <a:off x="7619143" y="4249484"/>
            <a:ext cx="136588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card_body-slot-26 Placeholder"/>
          <p:cNvSpPr>
            <a:spLocks noGrp="1"/>
          </p:cNvSpPr>
          <p:nvPr>
            <p:ph type="body" idx="26"/>
          </p:nvPr>
        </p:nvSpPr>
        <p:spPr>
          <a:xfrm>
            <a:off x="7619143" y="4659725"/>
            <a:ext cx="1365885" cy="6550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image-slot-46 Placeholder"/>
          <p:cNvSpPr>
            <a:spLocks noGrp="1"/>
          </p:cNvSpPr>
          <p:nvPr>
            <p:ph type="pic" idx="30"/>
          </p:nvPr>
        </p:nvSpPr>
        <p:spPr>
          <a:xfrm>
            <a:off x="9642158" y="3602260"/>
            <a:ext cx="482441" cy="48244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7" name="presenton-card_title-slot-31 Placeholder"/>
          <p:cNvSpPr>
            <a:spLocks noGrp="1"/>
          </p:cNvSpPr>
          <p:nvPr>
            <p:ph type="title" idx="31"/>
          </p:nvPr>
        </p:nvSpPr>
        <p:spPr>
          <a:xfrm>
            <a:off x="9885426" y="4584764"/>
            <a:ext cx="136588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8" name="presenton-card_body-slot-32 Placeholder"/>
          <p:cNvSpPr>
            <a:spLocks noGrp="1"/>
          </p:cNvSpPr>
          <p:nvPr>
            <p:ph type="body" idx="32"/>
          </p:nvPr>
        </p:nvSpPr>
        <p:spPr>
          <a:xfrm>
            <a:off x="9866376" y="4992719"/>
            <a:ext cx="1365885" cy="5469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page_marker-slot-34 Placeholder"/>
          <p:cNvSpPr>
            <a:spLocks noGrp="1"/>
          </p:cNvSpPr>
          <p:nvPr>
            <p:ph type="body" idx="34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496183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528923" y="1203198"/>
            <a:ext cx="11110055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-slot-3 Placeholder"/>
          <p:cNvSpPr>
            <a:spLocks noGrp="1"/>
          </p:cNvSpPr>
          <p:nvPr>
            <p:ph type="title" idx="3"/>
          </p:nvPr>
        </p:nvSpPr>
        <p:spPr>
          <a:xfrm>
            <a:off x="381000" y="203835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49 Placeholder"/>
          <p:cNvSpPr>
            <a:spLocks noGrp="1"/>
          </p:cNvSpPr>
          <p:nvPr>
            <p:ph type="pic" idx="4"/>
          </p:nvPr>
        </p:nvSpPr>
        <p:spPr>
          <a:xfrm>
            <a:off x="500348" y="2468404"/>
            <a:ext cx="4318730" cy="288007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metric_value-slot-5 Placeholder"/>
          <p:cNvSpPr>
            <a:spLocks noGrp="1"/>
          </p:cNvSpPr>
          <p:nvPr>
            <p:ph type="body" idx="5"/>
          </p:nvPr>
        </p:nvSpPr>
        <p:spPr>
          <a:xfrm>
            <a:off x="2780728" y="3877437"/>
            <a:ext cx="2135791" cy="548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etric_label-slot-6 Placeholder"/>
          <p:cNvSpPr>
            <a:spLocks noGrp="1"/>
          </p:cNvSpPr>
          <p:nvPr>
            <p:ph type="body" idx="6"/>
          </p:nvPr>
        </p:nvSpPr>
        <p:spPr>
          <a:xfrm>
            <a:off x="2780728" y="4688586"/>
            <a:ext cx="22479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etric_detail-slot-7 Placeholder"/>
          <p:cNvSpPr>
            <a:spLocks noGrp="1"/>
          </p:cNvSpPr>
          <p:nvPr>
            <p:ph type="body" idx="7"/>
          </p:nvPr>
        </p:nvSpPr>
        <p:spPr>
          <a:xfrm>
            <a:off x="2780728" y="4910138"/>
            <a:ext cx="20904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heading-slot-8 Placeholder"/>
          <p:cNvSpPr>
            <a:spLocks noGrp="1"/>
          </p:cNvSpPr>
          <p:nvPr>
            <p:ph type="title" idx="8"/>
          </p:nvPr>
        </p:nvSpPr>
        <p:spPr>
          <a:xfrm>
            <a:off x="754380" y="5401913"/>
            <a:ext cx="3048000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description-slot-9 Placeholder"/>
          <p:cNvSpPr>
            <a:spLocks noGrp="1"/>
          </p:cNvSpPr>
          <p:nvPr>
            <p:ph type="body" idx="9"/>
          </p:nvPr>
        </p:nvSpPr>
        <p:spPr>
          <a:xfrm>
            <a:off x="754380" y="5725382"/>
            <a:ext cx="3649599" cy="51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marker_text-slot-10 Placeholder"/>
          <p:cNvSpPr>
            <a:spLocks noGrp="1"/>
          </p:cNvSpPr>
          <p:nvPr>
            <p:ph type="body" idx="10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8555259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539782" y="1314450"/>
            <a:ext cx="4225671" cy="1441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539782" y="2809780"/>
            <a:ext cx="4045648" cy="1888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footer_callout_text-slot-3 Placeholder"/>
          <p:cNvSpPr>
            <a:spLocks noGrp="1"/>
          </p:cNvSpPr>
          <p:nvPr>
            <p:ph type="body" idx="3"/>
          </p:nvPr>
        </p:nvSpPr>
        <p:spPr>
          <a:xfrm>
            <a:off x="539782" y="6020562"/>
            <a:ext cx="10381107" cy="4292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page_number-slot-4 Placeholder"/>
          <p:cNvSpPr>
            <a:spLocks noGrp="1"/>
          </p:cNvSpPr>
          <p:nvPr>
            <p:ph type="body" idx="4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81227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1 Placeholder"/>
          <p:cNvSpPr>
            <a:spLocks noGrp="1"/>
          </p:cNvSpPr>
          <p:nvPr>
            <p:ph type="title" idx="1"/>
          </p:nvPr>
        </p:nvSpPr>
        <p:spPr>
          <a:xfrm>
            <a:off x="539782" y="1314450"/>
            <a:ext cx="6639687" cy="1441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summary-slot-2 Placeholder"/>
          <p:cNvSpPr>
            <a:spLocks noGrp="1"/>
          </p:cNvSpPr>
          <p:nvPr>
            <p:ph type="body" idx="2"/>
          </p:nvPr>
        </p:nvSpPr>
        <p:spPr>
          <a:xfrm>
            <a:off x="539782" y="2787587"/>
            <a:ext cx="6639687" cy="576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3 Placeholder"/>
          <p:cNvSpPr>
            <a:spLocks noGrp="1"/>
          </p:cNvSpPr>
          <p:nvPr>
            <p:ph type="title" idx="3"/>
          </p:nvPr>
        </p:nvSpPr>
        <p:spPr>
          <a:xfrm>
            <a:off x="539782" y="3627787"/>
            <a:ext cx="2194465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4 Placeholder"/>
          <p:cNvSpPr>
            <a:spLocks noGrp="1"/>
          </p:cNvSpPr>
          <p:nvPr>
            <p:ph type="body" idx="4"/>
          </p:nvPr>
        </p:nvSpPr>
        <p:spPr>
          <a:xfrm>
            <a:off x="539782" y="3862388"/>
            <a:ext cx="2194465" cy="7703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page_marker-slot-6 Placeholder"/>
          <p:cNvSpPr>
            <a:spLocks noGrp="1"/>
          </p:cNvSpPr>
          <p:nvPr>
            <p:ph type="body" idx="6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064125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headline_text-slot-1 Placeholder"/>
          <p:cNvSpPr>
            <a:spLocks noGrp="1"/>
          </p:cNvSpPr>
          <p:nvPr>
            <p:ph type="title" idx="1"/>
          </p:nvPr>
        </p:nvSpPr>
        <p:spPr>
          <a:xfrm>
            <a:off x="539782" y="1200150"/>
            <a:ext cx="11120818" cy="845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5550"/>
            </a:lvl1pPr>
          </a:lstStyle>
          <a:p>
            <a:pPr algn="ctr"/>
            <a:r>
              <a:rPr lang="en-US" sz="55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card_title_text-slot-2 Placeholder"/>
          <p:cNvSpPr>
            <a:spLocks noGrp="1"/>
          </p:cNvSpPr>
          <p:nvPr>
            <p:ph type="title" idx="2"/>
          </p:nvPr>
        </p:nvSpPr>
        <p:spPr>
          <a:xfrm>
            <a:off x="2419350" y="2543175"/>
            <a:ext cx="3028950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description_text-slot-3 Placeholder"/>
          <p:cNvSpPr>
            <a:spLocks noGrp="1"/>
          </p:cNvSpPr>
          <p:nvPr>
            <p:ph type="body" idx="3"/>
          </p:nvPr>
        </p:nvSpPr>
        <p:spPr>
          <a:xfrm>
            <a:off x="2419350" y="2867025"/>
            <a:ext cx="3024759" cy="156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legend_label_text-slot-4 Placeholder"/>
          <p:cNvSpPr>
            <a:spLocks noGrp="1"/>
          </p:cNvSpPr>
          <p:nvPr>
            <p:ph type="body" idx="4"/>
          </p:nvPr>
        </p:nvSpPr>
        <p:spPr>
          <a:xfrm>
            <a:off x="2619375" y="32099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legend_label_text-slot-5 Placeholder"/>
          <p:cNvSpPr>
            <a:spLocks noGrp="1"/>
          </p:cNvSpPr>
          <p:nvPr>
            <p:ph type="body" idx="5"/>
          </p:nvPr>
        </p:nvSpPr>
        <p:spPr>
          <a:xfrm>
            <a:off x="4048125" y="32099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legend_label_text-slot-6 Placeholder"/>
          <p:cNvSpPr>
            <a:spLocks noGrp="1"/>
          </p:cNvSpPr>
          <p:nvPr>
            <p:ph type="body" idx="6"/>
          </p:nvPr>
        </p:nvSpPr>
        <p:spPr>
          <a:xfrm>
            <a:off x="2619375" y="3471862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legend_label_text-slot-7 Placeholder"/>
          <p:cNvSpPr>
            <a:spLocks noGrp="1"/>
          </p:cNvSpPr>
          <p:nvPr>
            <p:ph type="body" idx="7"/>
          </p:nvPr>
        </p:nvSpPr>
        <p:spPr>
          <a:xfrm>
            <a:off x="4048125" y="3471862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pagination_text-slot-8 Placeholder"/>
          <p:cNvSpPr>
            <a:spLocks noGrp="1"/>
          </p:cNvSpPr>
          <p:nvPr>
            <p:ph type="body" idx="8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71917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10966418" cy="937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150"/>
            </a:lvl1pPr>
          </a:lstStyle>
          <a:p>
            <a:pPr algn="l"/>
            <a:r>
              <a:rPr lang="en-US" sz="61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2 Placeholder"/>
          <p:cNvSpPr>
            <a:spLocks noGrp="1"/>
          </p:cNvSpPr>
          <p:nvPr>
            <p:ph type="body" idx="2"/>
          </p:nvPr>
        </p:nvSpPr>
        <p:spPr>
          <a:xfrm>
            <a:off x="539782" y="2015585"/>
            <a:ext cx="9388412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section_heading-slot-3 Placeholder"/>
          <p:cNvSpPr>
            <a:spLocks noGrp="1"/>
          </p:cNvSpPr>
          <p:nvPr>
            <p:ph type="title" idx="3"/>
          </p:nvPr>
        </p:nvSpPr>
        <p:spPr>
          <a:xfrm>
            <a:off x="6432709" y="3162300"/>
            <a:ext cx="441702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note_label-slot-4 Placeholder"/>
          <p:cNvSpPr>
            <a:spLocks noGrp="1"/>
          </p:cNvSpPr>
          <p:nvPr>
            <p:ph type="body" idx="4"/>
          </p:nvPr>
        </p:nvSpPr>
        <p:spPr>
          <a:xfrm>
            <a:off x="6140196" y="3636074"/>
            <a:ext cx="758666" cy="19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note_description-slot-5 Placeholder"/>
          <p:cNvSpPr>
            <a:spLocks noGrp="1"/>
          </p:cNvSpPr>
          <p:nvPr>
            <p:ph type="body" idx="5"/>
          </p:nvPr>
        </p:nvSpPr>
        <p:spPr>
          <a:xfrm>
            <a:off x="6433376" y="3636074"/>
            <a:ext cx="4544758" cy="381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marker_text-slot-7 Placeholder"/>
          <p:cNvSpPr>
            <a:spLocks noGrp="1"/>
          </p:cNvSpPr>
          <p:nvPr>
            <p:ph type="body" idx="7"/>
          </p:nvPr>
        </p:nvSpPr>
        <p:spPr>
          <a:xfrm>
            <a:off x="11652218" y="6299168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2796029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age_marker-slot-2 Placeholder"/>
          <p:cNvSpPr>
            <a:spLocks noGrp="1"/>
          </p:cNvSpPr>
          <p:nvPr>
            <p:ph type="body" idx="2"/>
          </p:nvPr>
        </p:nvSpPr>
        <p:spPr>
          <a:xfrm>
            <a:off x="11645932" y="6286500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" name="presenton-main_heading-slot-3 Placeholder"/>
          <p:cNvSpPr>
            <a:spLocks noGrp="1"/>
          </p:cNvSpPr>
          <p:nvPr>
            <p:ph type="title" idx="3"/>
          </p:nvPr>
        </p:nvSpPr>
        <p:spPr>
          <a:xfrm>
            <a:off x="539782" y="1257300"/>
            <a:ext cx="8828627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ntro_description-slot-4 Placeholder"/>
          <p:cNvSpPr>
            <a:spLocks noGrp="1"/>
          </p:cNvSpPr>
          <p:nvPr>
            <p:ph type="body" idx="4"/>
          </p:nvPr>
        </p:nvSpPr>
        <p:spPr>
          <a:xfrm>
            <a:off x="539782" y="2015585"/>
            <a:ext cx="93884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heading-slot-5 Placeholder"/>
          <p:cNvSpPr>
            <a:spLocks noGrp="1"/>
          </p:cNvSpPr>
          <p:nvPr>
            <p:ph type="title" idx="5"/>
          </p:nvPr>
        </p:nvSpPr>
        <p:spPr>
          <a:xfrm>
            <a:off x="541687" y="2721483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3884748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1 Placeholder"/>
          <p:cNvSpPr>
            <a:spLocks noGrp="1"/>
          </p:cNvSpPr>
          <p:nvPr>
            <p:ph type="title" idx="1"/>
          </p:nvPr>
        </p:nvSpPr>
        <p:spPr>
          <a:xfrm>
            <a:off x="2588990" y="470154"/>
            <a:ext cx="7761065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lide_subtitle-slot-2 Placeholder"/>
          <p:cNvSpPr>
            <a:spLocks noGrp="1"/>
          </p:cNvSpPr>
          <p:nvPr>
            <p:ph type="title" idx="2"/>
          </p:nvPr>
        </p:nvSpPr>
        <p:spPr>
          <a:xfrm>
            <a:off x="3159728" y="1477804"/>
            <a:ext cx="5911310" cy="386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outer_metric_label-slot-4 Placeholder"/>
          <p:cNvSpPr>
            <a:spLocks noGrp="1"/>
          </p:cNvSpPr>
          <p:nvPr>
            <p:ph type="body" idx="4"/>
          </p:nvPr>
        </p:nvSpPr>
        <p:spPr>
          <a:xfrm>
            <a:off x="1325594" y="281378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outer_metric_value-slot-5 Placeholder"/>
          <p:cNvSpPr>
            <a:spLocks noGrp="1"/>
          </p:cNvSpPr>
          <p:nvPr>
            <p:ph type="body" idx="5"/>
          </p:nvPr>
        </p:nvSpPr>
        <p:spPr>
          <a:xfrm>
            <a:off x="2085213" y="3019044"/>
            <a:ext cx="1354169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iddle_metric_label-slot-6 Placeholder"/>
          <p:cNvSpPr>
            <a:spLocks noGrp="1"/>
          </p:cNvSpPr>
          <p:nvPr>
            <p:ph type="body" idx="6"/>
          </p:nvPr>
        </p:nvSpPr>
        <p:spPr>
          <a:xfrm>
            <a:off x="1806607" y="4162234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iddle_metric_value-slot-7 Placeholder"/>
          <p:cNvSpPr>
            <a:spLocks noGrp="1"/>
          </p:cNvSpPr>
          <p:nvPr>
            <p:ph type="body" idx="7"/>
          </p:nvPr>
        </p:nvSpPr>
        <p:spPr>
          <a:xfrm>
            <a:off x="1907000" y="4396454"/>
            <a:ext cx="1710404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inner_metric_label-slot-8 Placeholder"/>
          <p:cNvSpPr>
            <a:spLocks noGrp="1"/>
          </p:cNvSpPr>
          <p:nvPr>
            <p:ph type="body" idx="8"/>
          </p:nvPr>
        </p:nvSpPr>
        <p:spPr>
          <a:xfrm>
            <a:off x="2085213" y="5539550"/>
            <a:ext cx="1354169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inner_metric_value-slot-9 Placeholder"/>
          <p:cNvSpPr>
            <a:spLocks noGrp="1"/>
          </p:cNvSpPr>
          <p:nvPr>
            <p:ph type="body" idx="9"/>
          </p:nvPr>
        </p:nvSpPr>
        <p:spPr>
          <a:xfrm>
            <a:off x="2085213" y="5773769"/>
            <a:ext cx="1354169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section_heading-slot-10 Placeholder"/>
          <p:cNvSpPr>
            <a:spLocks noGrp="1"/>
          </p:cNvSpPr>
          <p:nvPr>
            <p:ph type="title" idx="10"/>
          </p:nvPr>
        </p:nvSpPr>
        <p:spPr>
          <a:xfrm>
            <a:off x="5687758" y="2997898"/>
            <a:ext cx="3673126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section_body-slot-11 Placeholder"/>
          <p:cNvSpPr>
            <a:spLocks noGrp="1"/>
          </p:cNvSpPr>
          <p:nvPr>
            <p:ph type="body" idx="11"/>
          </p:nvPr>
        </p:nvSpPr>
        <p:spPr>
          <a:xfrm>
            <a:off x="5687758" y="3321368"/>
            <a:ext cx="5962079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section_heading-slot-12 Placeholder"/>
          <p:cNvSpPr>
            <a:spLocks noGrp="1"/>
          </p:cNvSpPr>
          <p:nvPr>
            <p:ph type="title" idx="12"/>
          </p:nvPr>
        </p:nvSpPr>
        <p:spPr>
          <a:xfrm>
            <a:off x="5687758" y="4276534"/>
            <a:ext cx="3673126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3" name="presenton-section_body-slot-13 Placeholder"/>
          <p:cNvSpPr>
            <a:spLocks noGrp="1"/>
          </p:cNvSpPr>
          <p:nvPr>
            <p:ph type="body" idx="13"/>
          </p:nvPr>
        </p:nvSpPr>
        <p:spPr>
          <a:xfrm>
            <a:off x="5687758" y="4600004"/>
            <a:ext cx="5962079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section_heading-slot-14 Placeholder"/>
          <p:cNvSpPr>
            <a:spLocks noGrp="1"/>
          </p:cNvSpPr>
          <p:nvPr>
            <p:ph type="title" idx="14"/>
          </p:nvPr>
        </p:nvSpPr>
        <p:spPr>
          <a:xfrm>
            <a:off x="5687758" y="5555170"/>
            <a:ext cx="3673126" cy="26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section_body-slot-15 Placeholder"/>
          <p:cNvSpPr>
            <a:spLocks noGrp="1"/>
          </p:cNvSpPr>
          <p:nvPr>
            <p:ph type="body" idx="15"/>
          </p:nvPr>
        </p:nvSpPr>
        <p:spPr>
          <a:xfrm>
            <a:off x="5687758" y="5878639"/>
            <a:ext cx="5962079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page_marker-slot-16 Placeholder"/>
          <p:cNvSpPr>
            <a:spLocks noGrp="1"/>
          </p:cNvSpPr>
          <p:nvPr>
            <p:ph type="body" idx="16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519821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3 Placeholder"/>
          <p:cNvSpPr>
            <a:spLocks noGrp="1"/>
          </p:cNvSpPr>
          <p:nvPr>
            <p:ph type="title" idx="3"/>
          </p:nvPr>
        </p:nvSpPr>
        <p:spPr>
          <a:xfrm>
            <a:off x="539782" y="1257300"/>
            <a:ext cx="799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quote_body_text-slot-7 Placeholder"/>
          <p:cNvSpPr>
            <a:spLocks noGrp="1"/>
          </p:cNvSpPr>
          <p:nvPr>
            <p:ph type="body" idx="7"/>
          </p:nvPr>
        </p:nvSpPr>
        <p:spPr>
          <a:xfrm>
            <a:off x="2018728" y="3619595"/>
            <a:ext cx="3934778" cy="988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quote_author_text-slot-8 Placeholder"/>
          <p:cNvSpPr>
            <a:spLocks noGrp="1"/>
          </p:cNvSpPr>
          <p:nvPr>
            <p:ph type="body" idx="8"/>
          </p:nvPr>
        </p:nvSpPr>
        <p:spPr>
          <a:xfrm>
            <a:off x="3165443" y="4632579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image-slot-59 Placeholder"/>
          <p:cNvSpPr>
            <a:spLocks noGrp="1"/>
          </p:cNvSpPr>
          <p:nvPr>
            <p:ph type="pic" idx="9"/>
          </p:nvPr>
        </p:nvSpPr>
        <p:spPr>
          <a:xfrm>
            <a:off x="6074188" y="2641568"/>
            <a:ext cx="3545967" cy="371065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page_marker-slot-10 Placeholder"/>
          <p:cNvSpPr>
            <a:spLocks noGrp="1"/>
          </p:cNvSpPr>
          <p:nvPr>
            <p:ph type="body" idx="10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5117542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60 Placeholder"/>
          <p:cNvSpPr>
            <a:spLocks noGrp="1"/>
          </p:cNvSpPr>
          <p:nvPr>
            <p:ph type="pic" idx="1"/>
          </p:nvPr>
        </p:nvSpPr>
        <p:spPr>
          <a:xfrm>
            <a:off x="539782" y="539782"/>
            <a:ext cx="4318730" cy="576834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metric_value-slot-2 Placeholder"/>
          <p:cNvSpPr>
            <a:spLocks noGrp="1"/>
          </p:cNvSpPr>
          <p:nvPr>
            <p:ph type="body" idx="2"/>
          </p:nvPr>
        </p:nvSpPr>
        <p:spPr>
          <a:xfrm>
            <a:off x="1018508" y="4969002"/>
            <a:ext cx="2666428" cy="548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label-slot-3 Placeholder"/>
          <p:cNvSpPr>
            <a:spLocks noGrp="1"/>
          </p:cNvSpPr>
          <p:nvPr>
            <p:ph type="body" idx="3"/>
          </p:nvPr>
        </p:nvSpPr>
        <p:spPr>
          <a:xfrm>
            <a:off x="1018508" y="5498782"/>
            <a:ext cx="2837688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description-slot-4 Placeholder"/>
          <p:cNvSpPr>
            <a:spLocks noGrp="1"/>
          </p:cNvSpPr>
          <p:nvPr>
            <p:ph type="body" idx="4"/>
          </p:nvPr>
        </p:nvSpPr>
        <p:spPr>
          <a:xfrm>
            <a:off x="1018508" y="5697950"/>
            <a:ext cx="3361182" cy="313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ain_headline-slot-5 Placeholder"/>
          <p:cNvSpPr>
            <a:spLocks noGrp="1"/>
          </p:cNvSpPr>
          <p:nvPr>
            <p:ph type="title" idx="5"/>
          </p:nvPr>
        </p:nvSpPr>
        <p:spPr>
          <a:xfrm>
            <a:off x="5174361" y="1257300"/>
            <a:ext cx="6433661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headline_description-slot-6 Placeholder"/>
          <p:cNvSpPr>
            <a:spLocks noGrp="1"/>
          </p:cNvSpPr>
          <p:nvPr>
            <p:ph type="title" idx="6"/>
          </p:nvPr>
        </p:nvSpPr>
        <p:spPr>
          <a:xfrm>
            <a:off x="5199983" y="2057400"/>
            <a:ext cx="6449854" cy="576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image-slot-61 Placeholder"/>
          <p:cNvSpPr>
            <a:spLocks noGrp="1"/>
          </p:cNvSpPr>
          <p:nvPr>
            <p:ph type="pic" idx="7"/>
          </p:nvPr>
        </p:nvSpPr>
        <p:spPr>
          <a:xfrm>
            <a:off x="5199983" y="3586067"/>
            <a:ext cx="3054096" cy="167906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presenton-card_heading-slot-8 Placeholder"/>
          <p:cNvSpPr>
            <a:spLocks noGrp="1"/>
          </p:cNvSpPr>
          <p:nvPr>
            <p:ph type="title" idx="8"/>
          </p:nvPr>
        </p:nvSpPr>
        <p:spPr>
          <a:xfrm>
            <a:off x="5199983" y="5468398"/>
            <a:ext cx="3052477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0" name="presenton-card_body-slot-9 Placeholder"/>
          <p:cNvSpPr>
            <a:spLocks noGrp="1"/>
          </p:cNvSpPr>
          <p:nvPr>
            <p:ph type="body" idx="9"/>
          </p:nvPr>
        </p:nvSpPr>
        <p:spPr>
          <a:xfrm>
            <a:off x="5199983" y="5734240"/>
            <a:ext cx="3052477" cy="465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page_folio-slot-10 Placeholder"/>
          <p:cNvSpPr>
            <a:spLocks noGrp="1"/>
          </p:cNvSpPr>
          <p:nvPr>
            <p:ph type="body" idx="10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477462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1 Placeholder"/>
          <p:cNvSpPr>
            <a:spLocks noGrp="1"/>
          </p:cNvSpPr>
          <p:nvPr>
            <p:ph type="title" idx="1"/>
          </p:nvPr>
        </p:nvSpPr>
        <p:spPr>
          <a:xfrm>
            <a:off x="539782" y="942213"/>
            <a:ext cx="11110055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2 Placeholder"/>
          <p:cNvSpPr>
            <a:spLocks noGrp="1"/>
          </p:cNvSpPr>
          <p:nvPr>
            <p:ph type="body" idx="2"/>
          </p:nvPr>
        </p:nvSpPr>
        <p:spPr>
          <a:xfrm>
            <a:off x="2322957" y="1778318"/>
            <a:ext cx="7545991" cy="386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63 Placeholder"/>
          <p:cNvSpPr>
            <a:spLocks noGrp="1"/>
          </p:cNvSpPr>
          <p:nvPr>
            <p:ph type="pic" idx="4"/>
          </p:nvPr>
        </p:nvSpPr>
        <p:spPr>
          <a:xfrm>
            <a:off x="399002" y="2249710"/>
            <a:ext cx="2578227" cy="322278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profile_name-slot-5 Placeholder"/>
          <p:cNvSpPr>
            <a:spLocks noGrp="1"/>
          </p:cNvSpPr>
          <p:nvPr>
            <p:ph type="body" idx="5"/>
          </p:nvPr>
        </p:nvSpPr>
        <p:spPr>
          <a:xfrm>
            <a:off x="539782" y="5111210"/>
            <a:ext cx="1843183" cy="2414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buNone/>
            </a:pPr>
            <a:r>
              <a:rPr lang="en-US" sz="158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profile_role-slot-6 Placeholder"/>
          <p:cNvSpPr>
            <a:spLocks noGrp="1"/>
          </p:cNvSpPr>
          <p:nvPr>
            <p:ph type="body" idx="6"/>
          </p:nvPr>
        </p:nvSpPr>
        <p:spPr>
          <a:xfrm>
            <a:off x="539782" y="5408866"/>
            <a:ext cx="1843183" cy="1811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110"/>
            </a:lvl1pPr>
          </a:lstStyle>
          <a:p>
            <a:pPr algn="l" marL="0" indent="0">
              <a:buNone/>
            </a:pPr>
            <a:r>
              <a:rPr lang="en-US" sz="111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profile_bio-slot-7 Placeholder"/>
          <p:cNvSpPr>
            <a:spLocks noGrp="1"/>
          </p:cNvSpPr>
          <p:nvPr>
            <p:ph type="body" idx="7"/>
          </p:nvPr>
        </p:nvSpPr>
        <p:spPr>
          <a:xfrm>
            <a:off x="539782" y="5629751"/>
            <a:ext cx="1723834" cy="6179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page_marker-slot-8 Placeholder"/>
          <p:cNvSpPr>
            <a:spLocks noGrp="1"/>
          </p:cNvSpPr>
          <p:nvPr>
            <p:ph type="body" idx="8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530622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539782" y="942213"/>
            <a:ext cx="11110055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1062323" y="1864900"/>
            <a:ext cx="1003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ilestone_title-slot-3 Placeholder"/>
          <p:cNvSpPr>
            <a:spLocks noGrp="1"/>
          </p:cNvSpPr>
          <p:nvPr>
            <p:ph type="title" idx="3"/>
          </p:nvPr>
        </p:nvSpPr>
        <p:spPr>
          <a:xfrm>
            <a:off x="390525" y="2898172"/>
            <a:ext cx="2190750" cy="375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milestone_description-slot-4 Placeholder"/>
          <p:cNvSpPr>
            <a:spLocks noGrp="1"/>
          </p:cNvSpPr>
          <p:nvPr>
            <p:ph type="body" idx="4"/>
          </p:nvPr>
        </p:nvSpPr>
        <p:spPr>
          <a:xfrm>
            <a:off x="605409" y="3492246"/>
            <a:ext cx="1747456" cy="51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duration_label-slot-5 Placeholder"/>
          <p:cNvSpPr>
            <a:spLocks noGrp="1"/>
          </p:cNvSpPr>
          <p:nvPr>
            <p:ph type="body" idx="5"/>
          </p:nvPr>
        </p:nvSpPr>
        <p:spPr>
          <a:xfrm>
            <a:off x="604266" y="4501706"/>
            <a:ext cx="15123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64 Placeholder"/>
          <p:cNvSpPr>
            <a:spLocks noGrp="1"/>
          </p:cNvSpPr>
          <p:nvPr>
            <p:ph type="pic" idx="6"/>
          </p:nvPr>
        </p:nvSpPr>
        <p:spPr>
          <a:xfrm>
            <a:off x="1301401" y="5779008"/>
            <a:ext cx="355568" cy="35556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milestone_title-slot-7 Placeholder"/>
          <p:cNvSpPr>
            <a:spLocks noGrp="1"/>
          </p:cNvSpPr>
          <p:nvPr>
            <p:ph type="title" idx="7"/>
          </p:nvPr>
        </p:nvSpPr>
        <p:spPr>
          <a:xfrm>
            <a:off x="3516535" y="2898172"/>
            <a:ext cx="2190750" cy="375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milestone_description-slot-8 Placeholder"/>
          <p:cNvSpPr>
            <a:spLocks noGrp="1"/>
          </p:cNvSpPr>
          <p:nvPr>
            <p:ph type="body" idx="8"/>
          </p:nvPr>
        </p:nvSpPr>
        <p:spPr>
          <a:xfrm>
            <a:off x="3731419" y="3492246"/>
            <a:ext cx="1747456" cy="51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duration_label-slot-9 Placeholder"/>
          <p:cNvSpPr>
            <a:spLocks noGrp="1"/>
          </p:cNvSpPr>
          <p:nvPr>
            <p:ph type="body" idx="9"/>
          </p:nvPr>
        </p:nvSpPr>
        <p:spPr>
          <a:xfrm>
            <a:off x="3731419" y="4501706"/>
            <a:ext cx="15123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image-slot-65 Placeholder"/>
          <p:cNvSpPr>
            <a:spLocks noGrp="1"/>
          </p:cNvSpPr>
          <p:nvPr>
            <p:ph type="pic" idx="10"/>
          </p:nvPr>
        </p:nvSpPr>
        <p:spPr>
          <a:xfrm>
            <a:off x="4441984" y="5790343"/>
            <a:ext cx="355568" cy="35556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2" name="presenton-milestone_title-slot-11 Placeholder"/>
          <p:cNvSpPr>
            <a:spLocks noGrp="1"/>
          </p:cNvSpPr>
          <p:nvPr>
            <p:ph type="title" idx="11"/>
          </p:nvPr>
        </p:nvSpPr>
        <p:spPr>
          <a:xfrm>
            <a:off x="6049423" y="2898172"/>
            <a:ext cx="2190750" cy="375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3" name="presenton-milestone_description-slot-12 Placeholder"/>
          <p:cNvSpPr>
            <a:spLocks noGrp="1"/>
          </p:cNvSpPr>
          <p:nvPr>
            <p:ph type="body" idx="12"/>
          </p:nvPr>
        </p:nvSpPr>
        <p:spPr>
          <a:xfrm>
            <a:off x="6264307" y="3492246"/>
            <a:ext cx="1747456" cy="51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duration_label-slot-13 Placeholder"/>
          <p:cNvSpPr>
            <a:spLocks noGrp="1"/>
          </p:cNvSpPr>
          <p:nvPr>
            <p:ph type="body" idx="13"/>
          </p:nvPr>
        </p:nvSpPr>
        <p:spPr>
          <a:xfrm>
            <a:off x="6264307" y="4501706"/>
            <a:ext cx="15123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presenton-image-slot-66 Placeholder"/>
          <p:cNvSpPr>
            <a:spLocks noGrp="1"/>
          </p:cNvSpPr>
          <p:nvPr>
            <p:ph type="pic" idx="14"/>
          </p:nvPr>
        </p:nvSpPr>
        <p:spPr>
          <a:xfrm>
            <a:off x="6964489" y="5796724"/>
            <a:ext cx="355568" cy="35556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6" name="presenton-milestone_title-slot-15 Placeholder"/>
          <p:cNvSpPr>
            <a:spLocks noGrp="1"/>
          </p:cNvSpPr>
          <p:nvPr>
            <p:ph type="title" idx="15"/>
          </p:nvPr>
        </p:nvSpPr>
        <p:spPr>
          <a:xfrm>
            <a:off x="9058561" y="2898172"/>
            <a:ext cx="2190750" cy="375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200"/>
            </a:lvl1pPr>
          </a:lstStyle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7" name="presenton-milestone_description-slot-16 Placeholder"/>
          <p:cNvSpPr>
            <a:spLocks noGrp="1"/>
          </p:cNvSpPr>
          <p:nvPr>
            <p:ph type="body" idx="16"/>
          </p:nvPr>
        </p:nvSpPr>
        <p:spPr>
          <a:xfrm>
            <a:off x="9273445" y="3492246"/>
            <a:ext cx="1747456" cy="51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presenton-duration_label-slot-18 Placeholder"/>
          <p:cNvSpPr>
            <a:spLocks noGrp="1"/>
          </p:cNvSpPr>
          <p:nvPr>
            <p:ph type="body" idx="18"/>
          </p:nvPr>
        </p:nvSpPr>
        <p:spPr>
          <a:xfrm>
            <a:off x="9399460" y="4676013"/>
            <a:ext cx="1512380" cy="210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image-slot-68 Placeholder"/>
          <p:cNvSpPr>
            <a:spLocks noGrp="1"/>
          </p:cNvSpPr>
          <p:nvPr>
            <p:ph type="pic" idx="19"/>
          </p:nvPr>
        </p:nvSpPr>
        <p:spPr>
          <a:xfrm>
            <a:off x="9965626" y="5779008"/>
            <a:ext cx="355568" cy="35556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20" name="presenton-footer_marker-slot-20 Placeholder"/>
          <p:cNvSpPr>
            <a:spLocks noGrp="1"/>
          </p:cNvSpPr>
          <p:nvPr>
            <p:ph type="body" idx="20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316678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2 Placeholder"/>
          <p:cNvSpPr>
            <a:spLocks noGrp="1"/>
          </p:cNvSpPr>
          <p:nvPr>
            <p:ph type="title" idx="2"/>
          </p:nvPr>
        </p:nvSpPr>
        <p:spPr>
          <a:xfrm>
            <a:off x="533400" y="1314450"/>
            <a:ext cx="40957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description-slot-3 Placeholder"/>
          <p:cNvSpPr>
            <a:spLocks noGrp="1"/>
          </p:cNvSpPr>
          <p:nvPr>
            <p:ph type="body" idx="3"/>
          </p:nvPr>
        </p:nvSpPr>
        <p:spPr>
          <a:xfrm>
            <a:off x="533400" y="2809875"/>
            <a:ext cx="3667125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4867275" y="3676650"/>
            <a:ext cx="17621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5 Placeholder"/>
          <p:cNvSpPr>
            <a:spLocks noGrp="1"/>
          </p:cNvSpPr>
          <p:nvPr>
            <p:ph type="body" idx="5"/>
          </p:nvPr>
        </p:nvSpPr>
        <p:spPr>
          <a:xfrm>
            <a:off x="4867275" y="4533900"/>
            <a:ext cx="1762125" cy="15623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title-slot-6 Placeholder"/>
          <p:cNvSpPr>
            <a:spLocks noGrp="1"/>
          </p:cNvSpPr>
          <p:nvPr>
            <p:ph type="title" idx="6"/>
          </p:nvPr>
        </p:nvSpPr>
        <p:spPr>
          <a:xfrm>
            <a:off x="7305675" y="3676650"/>
            <a:ext cx="1762125" cy="820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rd_body-slot-7 Placeholder"/>
          <p:cNvSpPr>
            <a:spLocks noGrp="1"/>
          </p:cNvSpPr>
          <p:nvPr>
            <p:ph type="body" idx="7"/>
          </p:nvPr>
        </p:nvSpPr>
        <p:spPr>
          <a:xfrm>
            <a:off x="7305675" y="4543425"/>
            <a:ext cx="1762125" cy="1454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title-slot-8 Placeholder"/>
          <p:cNvSpPr>
            <a:spLocks noGrp="1"/>
          </p:cNvSpPr>
          <p:nvPr>
            <p:ph type="title" idx="8"/>
          </p:nvPr>
        </p:nvSpPr>
        <p:spPr>
          <a:xfrm>
            <a:off x="9782175" y="3686175"/>
            <a:ext cx="17621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9 Placeholder"/>
          <p:cNvSpPr>
            <a:spLocks noGrp="1"/>
          </p:cNvSpPr>
          <p:nvPr>
            <p:ph type="body" idx="9"/>
          </p:nvPr>
        </p:nvSpPr>
        <p:spPr>
          <a:xfrm>
            <a:off x="9782175" y="4552950"/>
            <a:ext cx="1762125" cy="1547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marker-slot-10 Placeholder"/>
          <p:cNvSpPr>
            <a:spLocks noGrp="1"/>
          </p:cNvSpPr>
          <p:nvPr>
            <p:ph type="body" idx="10"/>
          </p:nvPr>
        </p:nvSpPr>
        <p:spPr>
          <a:xfrm>
            <a:off x="11658600" y="6286500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856847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4017836" cy="1574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paragraph-slot-2 Placeholder"/>
          <p:cNvSpPr>
            <a:spLocks noGrp="1"/>
          </p:cNvSpPr>
          <p:nvPr>
            <p:ph type="body" idx="2"/>
          </p:nvPr>
        </p:nvSpPr>
        <p:spPr>
          <a:xfrm>
            <a:off x="539782" y="2875121"/>
            <a:ext cx="3318796" cy="12006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price-slot-3 Placeholder"/>
          <p:cNvSpPr>
            <a:spLocks noGrp="1"/>
          </p:cNvSpPr>
          <p:nvPr>
            <p:ph type="body" idx="3"/>
          </p:nvPr>
        </p:nvSpPr>
        <p:spPr>
          <a:xfrm>
            <a:off x="4715828" y="1493425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670"/>
            </a:lvl1pPr>
          </a:lstStyle>
          <a:p>
            <a:pPr algn="l" marL="0" indent="0">
              <a:buNone/>
            </a:pPr>
            <a:r>
              <a:rPr lang="en-US" sz="26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4588859" y="2545747"/>
            <a:ext cx="1872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description-slot-5 Placeholder"/>
          <p:cNvSpPr>
            <a:spLocks noGrp="1"/>
          </p:cNvSpPr>
          <p:nvPr>
            <p:ph type="body" idx="5"/>
          </p:nvPr>
        </p:nvSpPr>
        <p:spPr>
          <a:xfrm>
            <a:off x="4715828" y="2920460"/>
            <a:ext cx="1649444" cy="5729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eatures_label-slot-6 Placeholder"/>
          <p:cNvSpPr>
            <a:spLocks noGrp="1"/>
          </p:cNvSpPr>
          <p:nvPr>
            <p:ph type="body" idx="6"/>
          </p:nvPr>
        </p:nvSpPr>
        <p:spPr>
          <a:xfrm>
            <a:off x="4588859" y="3920776"/>
            <a:ext cx="695325" cy="1719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each_item_individ-slot-7 Placeholder"/>
          <p:cNvSpPr>
            <a:spLocks noGrp="1"/>
          </p:cNvSpPr>
          <p:nvPr>
            <p:ph type="body" idx="7"/>
          </p:nvPr>
        </p:nvSpPr>
        <p:spPr>
          <a:xfrm>
            <a:off x="4715828" y="4246150"/>
            <a:ext cx="1649444" cy="453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page_marker-slot-9 Placeholder"/>
          <p:cNvSpPr>
            <a:spLocks noGrp="1"/>
          </p:cNvSpPr>
          <p:nvPr>
            <p:ph type="body" idx="9"/>
          </p:nvPr>
        </p:nvSpPr>
        <p:spPr>
          <a:xfrm>
            <a:off x="11660600" y="6288976"/>
            <a:ext cx="172974" cy="160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3698990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title-slot-2 Placeholder"/>
          <p:cNvSpPr>
            <a:spLocks noGrp="1"/>
          </p:cNvSpPr>
          <p:nvPr>
            <p:ph type="title" idx="2"/>
          </p:nvPr>
        </p:nvSpPr>
        <p:spPr>
          <a:xfrm>
            <a:off x="539782" y="1206436"/>
            <a:ext cx="11103674" cy="937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150"/>
            </a:lvl1pPr>
          </a:lstStyle>
          <a:p>
            <a:pPr algn="ctr"/>
            <a:r>
              <a:rPr lang="en-US" sz="61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lide_intro-slot-3 Placeholder"/>
          <p:cNvSpPr>
            <a:spLocks noGrp="1"/>
          </p:cNvSpPr>
          <p:nvPr>
            <p:ph type="body" idx="3"/>
          </p:nvPr>
        </p:nvSpPr>
        <p:spPr>
          <a:xfrm>
            <a:off x="539782" y="1986248"/>
            <a:ext cx="11103674" cy="386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72 Placeholder"/>
          <p:cNvSpPr>
            <a:spLocks noGrp="1"/>
          </p:cNvSpPr>
          <p:nvPr>
            <p:ph type="pic" idx="4"/>
          </p:nvPr>
        </p:nvSpPr>
        <p:spPr>
          <a:xfrm>
            <a:off x="1109662" y="2837307"/>
            <a:ext cx="1034796" cy="103479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mage-slot-73 Placeholder"/>
          <p:cNvSpPr>
            <a:spLocks noGrp="1"/>
          </p:cNvSpPr>
          <p:nvPr>
            <p:ph type="pic" idx="5"/>
          </p:nvPr>
        </p:nvSpPr>
        <p:spPr>
          <a:xfrm>
            <a:off x="951357" y="2679002"/>
            <a:ext cx="1351217" cy="135121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metric_value-slot-6 Placeholder"/>
          <p:cNvSpPr>
            <a:spLocks noGrp="1"/>
          </p:cNvSpPr>
          <p:nvPr>
            <p:ph type="body" idx="6"/>
          </p:nvPr>
        </p:nvSpPr>
        <p:spPr>
          <a:xfrm>
            <a:off x="1324070" y="3217069"/>
            <a:ext cx="60579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rd_heading-slot-7 Placeholder"/>
          <p:cNvSpPr>
            <a:spLocks noGrp="1"/>
          </p:cNvSpPr>
          <p:nvPr>
            <p:ph type="title" idx="7"/>
          </p:nvPr>
        </p:nvSpPr>
        <p:spPr>
          <a:xfrm>
            <a:off x="688467" y="4609814"/>
            <a:ext cx="1877092" cy="537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card_description-slot-8 Placeholder"/>
          <p:cNvSpPr>
            <a:spLocks noGrp="1"/>
          </p:cNvSpPr>
          <p:nvPr>
            <p:ph type="body" idx="8"/>
          </p:nvPr>
        </p:nvSpPr>
        <p:spPr>
          <a:xfrm>
            <a:off x="650748" y="5246656"/>
            <a:ext cx="1952434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image-slot-74 Placeholder"/>
          <p:cNvSpPr>
            <a:spLocks noGrp="1"/>
          </p:cNvSpPr>
          <p:nvPr>
            <p:ph type="pic" idx="9"/>
          </p:nvPr>
        </p:nvSpPr>
        <p:spPr>
          <a:xfrm>
            <a:off x="4086130" y="2837307"/>
            <a:ext cx="1034796" cy="103479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0" name="presenton-image-slot-75 Placeholder"/>
          <p:cNvSpPr>
            <a:spLocks noGrp="1"/>
          </p:cNvSpPr>
          <p:nvPr>
            <p:ph type="pic" idx="10"/>
          </p:nvPr>
        </p:nvSpPr>
        <p:spPr>
          <a:xfrm>
            <a:off x="3927920" y="2679002"/>
            <a:ext cx="1351217" cy="135121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1" name="presenton-metric_value-slot-11 Placeholder"/>
          <p:cNvSpPr>
            <a:spLocks noGrp="1"/>
          </p:cNvSpPr>
          <p:nvPr>
            <p:ph type="body" idx="11"/>
          </p:nvPr>
        </p:nvSpPr>
        <p:spPr>
          <a:xfrm>
            <a:off x="4300633" y="3217069"/>
            <a:ext cx="60579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card_heading-slot-12 Placeholder"/>
          <p:cNvSpPr>
            <a:spLocks noGrp="1"/>
          </p:cNvSpPr>
          <p:nvPr>
            <p:ph type="title" idx="12"/>
          </p:nvPr>
        </p:nvSpPr>
        <p:spPr>
          <a:xfrm>
            <a:off x="3664934" y="4609814"/>
            <a:ext cx="1877092" cy="505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3" name="presenton-card_description-slot-13 Placeholder"/>
          <p:cNvSpPr>
            <a:spLocks noGrp="1"/>
          </p:cNvSpPr>
          <p:nvPr>
            <p:ph type="body" idx="13"/>
          </p:nvPr>
        </p:nvSpPr>
        <p:spPr>
          <a:xfrm>
            <a:off x="3627215" y="5246656"/>
            <a:ext cx="1952434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image-slot-76 Placeholder"/>
          <p:cNvSpPr>
            <a:spLocks noGrp="1"/>
          </p:cNvSpPr>
          <p:nvPr>
            <p:ph type="pic" idx="14"/>
          </p:nvPr>
        </p:nvSpPr>
        <p:spPr>
          <a:xfrm>
            <a:off x="7062406" y="2837307"/>
            <a:ext cx="1034796" cy="103479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5" name="presenton-image-slot-77 Placeholder"/>
          <p:cNvSpPr>
            <a:spLocks noGrp="1"/>
          </p:cNvSpPr>
          <p:nvPr>
            <p:ph type="pic" idx="15"/>
          </p:nvPr>
        </p:nvSpPr>
        <p:spPr>
          <a:xfrm>
            <a:off x="6904196" y="2679002"/>
            <a:ext cx="1351217" cy="135121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6" name="presenton-metric_value-slot-16 Placeholder"/>
          <p:cNvSpPr>
            <a:spLocks noGrp="1"/>
          </p:cNvSpPr>
          <p:nvPr>
            <p:ph type="body" idx="16"/>
          </p:nvPr>
        </p:nvSpPr>
        <p:spPr>
          <a:xfrm>
            <a:off x="7276910" y="3217069"/>
            <a:ext cx="60579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presenton-card_heading-slot-17 Placeholder"/>
          <p:cNvSpPr>
            <a:spLocks noGrp="1"/>
          </p:cNvSpPr>
          <p:nvPr>
            <p:ph type="title" idx="17"/>
          </p:nvPr>
        </p:nvSpPr>
        <p:spPr>
          <a:xfrm>
            <a:off x="6641306" y="4609814"/>
            <a:ext cx="1877092" cy="5483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8" name="presenton-card_description-slot-18 Placeholder"/>
          <p:cNvSpPr>
            <a:spLocks noGrp="1"/>
          </p:cNvSpPr>
          <p:nvPr>
            <p:ph type="body" idx="18"/>
          </p:nvPr>
        </p:nvSpPr>
        <p:spPr>
          <a:xfrm>
            <a:off x="6603587" y="5246656"/>
            <a:ext cx="1952434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image-slot-78 Placeholder"/>
          <p:cNvSpPr>
            <a:spLocks noGrp="1"/>
          </p:cNvSpPr>
          <p:nvPr>
            <p:ph type="pic" idx="19"/>
          </p:nvPr>
        </p:nvSpPr>
        <p:spPr>
          <a:xfrm>
            <a:off x="10038874" y="2837307"/>
            <a:ext cx="1034796" cy="103479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20" name="presenton-image-slot-79 Placeholder"/>
          <p:cNvSpPr>
            <a:spLocks noGrp="1"/>
          </p:cNvSpPr>
          <p:nvPr>
            <p:ph type="pic" idx="20"/>
          </p:nvPr>
        </p:nvSpPr>
        <p:spPr>
          <a:xfrm>
            <a:off x="9880759" y="2679002"/>
            <a:ext cx="1351217" cy="135121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21" name="presenton-metric_value-slot-21 Placeholder"/>
          <p:cNvSpPr>
            <a:spLocks noGrp="1"/>
          </p:cNvSpPr>
          <p:nvPr>
            <p:ph type="body" idx="21"/>
          </p:nvPr>
        </p:nvSpPr>
        <p:spPr>
          <a:xfrm>
            <a:off x="10253472" y="3217069"/>
            <a:ext cx="605790" cy="355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2" name="presenton-card_heading-slot-22 Placeholder"/>
          <p:cNvSpPr>
            <a:spLocks noGrp="1"/>
          </p:cNvSpPr>
          <p:nvPr>
            <p:ph type="title" idx="22"/>
          </p:nvPr>
        </p:nvSpPr>
        <p:spPr>
          <a:xfrm>
            <a:off x="9617774" y="4609814"/>
            <a:ext cx="1877092" cy="4504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23" name="presenton-card_description-slot-23 Placeholder"/>
          <p:cNvSpPr>
            <a:spLocks noGrp="1"/>
          </p:cNvSpPr>
          <p:nvPr>
            <p:ph type="body" idx="23"/>
          </p:nvPr>
        </p:nvSpPr>
        <p:spPr>
          <a:xfrm>
            <a:off x="9580054" y="5246656"/>
            <a:ext cx="1952434" cy="6862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4" name="presenton-page_marker-slot-24 Placeholder"/>
          <p:cNvSpPr>
            <a:spLocks noGrp="1"/>
          </p:cNvSpPr>
          <p:nvPr>
            <p:ph type="body" idx="24"/>
          </p:nvPr>
        </p:nvSpPr>
        <p:spPr>
          <a:xfrm>
            <a:off x="11660600" y="6295358"/>
            <a:ext cx="172974" cy="1719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5531600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539782" y="2601944"/>
            <a:ext cx="4333875" cy="1504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6450"/>
            </a:lvl1pPr>
          </a:lstStyle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description-slot-3 Placeholder"/>
          <p:cNvSpPr>
            <a:spLocks noGrp="1"/>
          </p:cNvSpPr>
          <p:nvPr>
            <p:ph type="body" idx="3"/>
          </p:nvPr>
        </p:nvSpPr>
        <p:spPr>
          <a:xfrm>
            <a:off x="539782" y="4153757"/>
            <a:ext cx="4136041" cy="576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timeline_marker_label-slot-4 Placeholder"/>
          <p:cNvSpPr>
            <a:spLocks noGrp="1"/>
          </p:cNvSpPr>
          <p:nvPr>
            <p:ph type="body" idx="4"/>
          </p:nvPr>
        </p:nvSpPr>
        <p:spPr>
          <a:xfrm>
            <a:off x="4495324" y="881824"/>
            <a:ext cx="537496" cy="589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/>
            </a:lvl1pPr>
          </a:lstStyle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title-slot-5 Placeholder"/>
          <p:cNvSpPr>
            <a:spLocks noGrp="1"/>
          </p:cNvSpPr>
          <p:nvPr>
            <p:ph type="title" idx="5"/>
          </p:nvPr>
        </p:nvSpPr>
        <p:spPr>
          <a:xfrm>
            <a:off x="5814250" y="753237"/>
            <a:ext cx="4907756" cy="210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6 Placeholder"/>
          <p:cNvSpPr>
            <a:spLocks noGrp="1"/>
          </p:cNvSpPr>
          <p:nvPr>
            <p:ph type="body" idx="6"/>
          </p:nvPr>
        </p:nvSpPr>
        <p:spPr>
          <a:xfrm>
            <a:off x="5814250" y="1002411"/>
            <a:ext cx="4907756" cy="460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timeline_marker_label-slot-7 Placeholder"/>
          <p:cNvSpPr>
            <a:spLocks noGrp="1"/>
          </p:cNvSpPr>
          <p:nvPr>
            <p:ph type="body" idx="7"/>
          </p:nvPr>
        </p:nvSpPr>
        <p:spPr>
          <a:xfrm>
            <a:off x="5001958" y="2024634"/>
            <a:ext cx="537496" cy="589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/>
            </a:lvl1pPr>
          </a:lstStyle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title-slot-8 Placeholder"/>
          <p:cNvSpPr>
            <a:spLocks noGrp="1"/>
          </p:cNvSpPr>
          <p:nvPr>
            <p:ph type="title" idx="8"/>
          </p:nvPr>
        </p:nvSpPr>
        <p:spPr>
          <a:xfrm>
            <a:off x="6369844" y="1994535"/>
            <a:ext cx="4182808" cy="210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9 Placeholder"/>
          <p:cNvSpPr>
            <a:spLocks noGrp="1"/>
          </p:cNvSpPr>
          <p:nvPr>
            <p:ph type="body" idx="9"/>
          </p:nvPr>
        </p:nvSpPr>
        <p:spPr>
          <a:xfrm>
            <a:off x="6369844" y="2243709"/>
            <a:ext cx="4182808" cy="308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timeline_marker_label-slot-10 Placeholder"/>
          <p:cNvSpPr>
            <a:spLocks noGrp="1"/>
          </p:cNvSpPr>
          <p:nvPr>
            <p:ph type="body" idx="10"/>
          </p:nvPr>
        </p:nvSpPr>
        <p:spPr>
          <a:xfrm>
            <a:off x="5176266" y="3167444"/>
            <a:ext cx="537496" cy="589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/>
            </a:lvl1pPr>
          </a:lstStyle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card_title-slot-11 Placeholder"/>
          <p:cNvSpPr>
            <a:spLocks noGrp="1"/>
          </p:cNvSpPr>
          <p:nvPr>
            <p:ph type="title" idx="11"/>
          </p:nvPr>
        </p:nvSpPr>
        <p:spPr>
          <a:xfrm>
            <a:off x="6626733" y="3159538"/>
            <a:ext cx="3526346" cy="210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card_body-slot-12 Placeholder"/>
          <p:cNvSpPr>
            <a:spLocks noGrp="1"/>
          </p:cNvSpPr>
          <p:nvPr>
            <p:ph type="body" idx="12"/>
          </p:nvPr>
        </p:nvSpPr>
        <p:spPr>
          <a:xfrm>
            <a:off x="6626733" y="3408712"/>
            <a:ext cx="3548539" cy="308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timeline_marker_label-slot-13 Placeholder"/>
          <p:cNvSpPr>
            <a:spLocks noGrp="1"/>
          </p:cNvSpPr>
          <p:nvPr>
            <p:ph type="body" idx="13"/>
          </p:nvPr>
        </p:nvSpPr>
        <p:spPr>
          <a:xfrm>
            <a:off x="5001958" y="4310158"/>
            <a:ext cx="537496" cy="589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/>
            </a:lvl1pPr>
          </a:lstStyle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card_title-slot-14 Placeholder"/>
          <p:cNvSpPr>
            <a:spLocks noGrp="1"/>
          </p:cNvSpPr>
          <p:nvPr>
            <p:ph type="title" idx="14"/>
          </p:nvPr>
        </p:nvSpPr>
        <p:spPr>
          <a:xfrm>
            <a:off x="6369844" y="4324636"/>
            <a:ext cx="4182808" cy="210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card_body-slot-15 Placeholder"/>
          <p:cNvSpPr>
            <a:spLocks noGrp="1"/>
          </p:cNvSpPr>
          <p:nvPr>
            <p:ph type="body" idx="15"/>
          </p:nvPr>
        </p:nvSpPr>
        <p:spPr>
          <a:xfrm>
            <a:off x="6369844" y="4573810"/>
            <a:ext cx="3938111" cy="308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timeline_marker_label-slot-16 Placeholder"/>
          <p:cNvSpPr>
            <a:spLocks noGrp="1"/>
          </p:cNvSpPr>
          <p:nvPr>
            <p:ph type="body" idx="16"/>
          </p:nvPr>
        </p:nvSpPr>
        <p:spPr>
          <a:xfrm>
            <a:off x="4495324" y="5452967"/>
            <a:ext cx="537496" cy="589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/>
            </a:lvl1pPr>
          </a:lstStyle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presenton-card_title-slot-17 Placeholder"/>
          <p:cNvSpPr>
            <a:spLocks noGrp="1"/>
          </p:cNvSpPr>
          <p:nvPr>
            <p:ph type="title" idx="17"/>
          </p:nvPr>
        </p:nvSpPr>
        <p:spPr>
          <a:xfrm>
            <a:off x="5814250" y="5413438"/>
            <a:ext cx="4907756" cy="210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8" name="presenton-card_body-slot-18 Placeholder"/>
          <p:cNvSpPr>
            <a:spLocks noGrp="1"/>
          </p:cNvSpPr>
          <p:nvPr>
            <p:ph type="body" idx="18"/>
          </p:nvPr>
        </p:nvSpPr>
        <p:spPr>
          <a:xfrm>
            <a:off x="5814250" y="5662612"/>
            <a:ext cx="4907756" cy="460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page_marker-slot-19 Placeholder"/>
          <p:cNvSpPr>
            <a:spLocks noGrp="1"/>
          </p:cNvSpPr>
          <p:nvPr>
            <p:ph type="body" idx="19"/>
          </p:nvPr>
        </p:nvSpPr>
        <p:spPr>
          <a:xfrm>
            <a:off x="11660600" y="6295358"/>
            <a:ext cx="172974" cy="1719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2893265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1 Placeholder"/>
          <p:cNvSpPr>
            <a:spLocks noGrp="1"/>
          </p:cNvSpPr>
          <p:nvPr>
            <p:ph type="title" idx="1"/>
          </p:nvPr>
        </p:nvSpPr>
        <p:spPr>
          <a:xfrm>
            <a:off x="539782" y="1257300"/>
            <a:ext cx="6862572" cy="1015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6670"/>
            </a:lvl1pPr>
          </a:lstStyle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mmary_paragraph-slot-2 Placeholder"/>
          <p:cNvSpPr>
            <a:spLocks noGrp="1"/>
          </p:cNvSpPr>
          <p:nvPr>
            <p:ph type="body" idx="2"/>
          </p:nvPr>
        </p:nvSpPr>
        <p:spPr>
          <a:xfrm>
            <a:off x="539782" y="2144173"/>
            <a:ext cx="6862572" cy="767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81 Placeholder"/>
          <p:cNvSpPr>
            <a:spLocks noGrp="1"/>
          </p:cNvSpPr>
          <p:nvPr>
            <p:ph type="pic" idx="3"/>
          </p:nvPr>
        </p:nvSpPr>
        <p:spPr>
          <a:xfrm>
            <a:off x="539782" y="4042220"/>
            <a:ext cx="3814191" cy="254431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mage-slot-82 Placeholder"/>
          <p:cNvSpPr>
            <a:spLocks noGrp="1"/>
          </p:cNvSpPr>
          <p:nvPr>
            <p:ph type="pic" idx="4"/>
          </p:nvPr>
        </p:nvSpPr>
        <p:spPr>
          <a:xfrm>
            <a:off x="3928872" y="2107120"/>
            <a:ext cx="3206782" cy="475088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image-slot-83 Placeholder"/>
          <p:cNvSpPr>
            <a:spLocks noGrp="1"/>
          </p:cNvSpPr>
          <p:nvPr>
            <p:ph type="pic" idx="5"/>
          </p:nvPr>
        </p:nvSpPr>
        <p:spPr>
          <a:xfrm>
            <a:off x="7476268" y="184880"/>
            <a:ext cx="4318730" cy="647804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resenton-metric_value-slot-6 Placeholder"/>
          <p:cNvSpPr>
            <a:spLocks noGrp="1"/>
          </p:cNvSpPr>
          <p:nvPr>
            <p:ph type="body" idx="6"/>
          </p:nvPr>
        </p:nvSpPr>
        <p:spPr>
          <a:xfrm>
            <a:off x="7955089" y="4931474"/>
            <a:ext cx="2947988" cy="548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etric_label-slot-7 Placeholder"/>
          <p:cNvSpPr>
            <a:spLocks noGrp="1"/>
          </p:cNvSpPr>
          <p:nvPr>
            <p:ph type="body" idx="7"/>
          </p:nvPr>
        </p:nvSpPr>
        <p:spPr>
          <a:xfrm>
            <a:off x="7955089" y="5454777"/>
            <a:ext cx="2350484" cy="203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metric_description-slot-8 Placeholder"/>
          <p:cNvSpPr>
            <a:spLocks noGrp="1"/>
          </p:cNvSpPr>
          <p:nvPr>
            <p:ph type="body" idx="8"/>
          </p:nvPr>
        </p:nvSpPr>
        <p:spPr>
          <a:xfrm>
            <a:off x="7955089" y="5660517"/>
            <a:ext cx="3361182" cy="313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marker-slot-9 Placeholder"/>
          <p:cNvSpPr>
            <a:spLocks noGrp="1"/>
          </p:cNvSpPr>
          <p:nvPr>
            <p:ph type="body" idx="9"/>
          </p:nvPr>
        </p:nvSpPr>
        <p:spPr>
          <a:xfrm>
            <a:off x="11660600" y="6295358"/>
            <a:ext cx="172974" cy="1719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75912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mentum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1 Placeholder"/>
          <p:cNvSpPr>
            <a:spLocks noGrp="1"/>
          </p:cNvSpPr>
          <p:nvPr>
            <p:ph type="title" idx="1"/>
          </p:nvPr>
        </p:nvSpPr>
        <p:spPr>
          <a:xfrm>
            <a:off x="539782" y="1577912"/>
            <a:ext cx="9028081" cy="13896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9120"/>
            </a:lvl1pPr>
          </a:lstStyle>
          <a:p>
            <a:pPr algn="l"/>
            <a:r>
              <a:rPr lang="en-US" sz="912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539782" y="2725579"/>
            <a:ext cx="7490555" cy="15723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522101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  <Relationship Id="rId37" Type="http://schemas.openxmlformats.org/officeDocument/2006/relationships/slideLayout" Target="../slideLayouts/slideLayout36.xml"/>
  <Relationship Id="rId38" Type="http://schemas.openxmlformats.org/officeDocument/2006/relationships/slideLayout" Target="../slideLayouts/slideLayout37.xml"/>
  <Relationship Id="rId39" Type="http://schemas.openxmlformats.org/officeDocument/2006/relationships/slideLayout" Target="../slideLayouts/slideLayout38.xml"/>
  <Relationship Id="rId40" Type="http://schemas.openxmlformats.org/officeDocument/2006/relationships/slideLayout" Target="../slideLayouts/slideLayout39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on Momentu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61ee293467bea64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61ee293467bea64a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61ee293467bea64a.png"/>
  <Relationship Id="rId4" Type="http://schemas.openxmlformats.org/officeDocument/2006/relationships/image" Target="../media/image_27ca0c75f9e0b9e1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181bcb41b08343ca.sv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61ee293467bea64a.png"/>
  <Relationship Id="rId4" Type="http://schemas.openxmlformats.org/officeDocument/2006/relationships/image" Target="../media/image_caea3bc5aeb1ddb1.svg"/>
  <Relationship Id="rId5" Type="http://schemas.openxmlformats.org/officeDocument/2006/relationships/image" Target="../media/image_27ca0c75f9e0b9e1.png"/>
  <Relationship Id="rId6" Type="http://schemas.openxmlformats.org/officeDocument/2006/relationships/image" Target="../media/image_a8f2b73db7d8e27b.svg"/>
  <Relationship Id="rId7" Type="http://schemas.openxmlformats.org/officeDocument/2006/relationships/image" Target="../media/image_27ca0c75f9e0b9e1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27ca0c75f9e0b9e1.png"/>
  <Relationship Id="rId5" Type="http://schemas.openxmlformats.org/officeDocument/2006/relationships/image" Target="../media/image_27ca0c75f9e0b9e1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cf505b9356b0992f.svg"/>
  <Relationship Id="rId3" Type="http://schemas.openxmlformats.org/officeDocument/2006/relationships/image" Target="../media/image_7f434cc2d0ea881b.svg"/>
  <Relationship Id="rId4" Type="http://schemas.openxmlformats.org/officeDocument/2006/relationships/image" Target="../media/image_e96b75162a657bbe.png"/>
  <Relationship Id="rId5" Type="http://schemas.openxmlformats.org/officeDocument/2006/relationships/image" Target="../media/image_61ee293467bea64a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5a29c698e49f971a.svg"/>
  <Relationship Id="rId5" Type="http://schemas.openxmlformats.org/officeDocument/2006/relationships/image" Target="../media/image_7f434cc2d0ea881b.sv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61ee293467bea64a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221e7824577a4660.svg"/>
  <Relationship Id="rId3" Type="http://schemas.openxmlformats.org/officeDocument/2006/relationships/image" Target="../media/image_1785bc0aa76f60af.svg"/>
  <Relationship Id="rId4" Type="http://schemas.openxmlformats.org/officeDocument/2006/relationships/image" Target="../media/image_3b2cd7e092b72790.svg"/>
  <Relationship Id="rId5" Type="http://schemas.openxmlformats.org/officeDocument/2006/relationships/image" Target="../media/image_7f434cc2d0ea881b.svg"/>
  <Relationship Id="rId6" Type="http://schemas.openxmlformats.org/officeDocument/2006/relationships/image" Target="../media/image_a235f61d5ea456a1.svg"/>
  <Relationship Id="rId7" Type="http://schemas.openxmlformats.org/officeDocument/2006/relationships/image" Target="../media/image_1785bc0aa76f60af.svg"/>
  <Relationship Id="rId8" Type="http://schemas.openxmlformats.org/officeDocument/2006/relationships/image" Target="../media/image_3b2cd7e092b72790.svg"/>
  <Relationship Id="rId9" Type="http://schemas.openxmlformats.org/officeDocument/2006/relationships/image" Target="../media/image_7f434cc2d0ea881b.svg"/>
  <Relationship Id="rId10" Type="http://schemas.openxmlformats.org/officeDocument/2006/relationships/image" Target="../media/image_221e7824577a4660.svg"/>
  <Relationship Id="rId11" Type="http://schemas.openxmlformats.org/officeDocument/2006/relationships/image" Target="../media/image_1785bc0aa76f60af.svg"/>
  <Relationship Id="rId12" Type="http://schemas.openxmlformats.org/officeDocument/2006/relationships/image" Target="../media/image_3b2cd7e092b72790.svg"/>
  <Relationship Id="rId13" Type="http://schemas.openxmlformats.org/officeDocument/2006/relationships/image" Target="../media/image_7f434cc2d0ea881b.svg"/>
  <Relationship Id="rId14" Type="http://schemas.openxmlformats.org/officeDocument/2006/relationships/image" Target="../media/image_12e2cac71638efb6.svg"/>
  <Relationship Id="rId15" Type="http://schemas.openxmlformats.org/officeDocument/2006/relationships/image" Target="../media/image_1785bc0aa76f60af.svg"/>
  <Relationship Id="rId16" Type="http://schemas.openxmlformats.org/officeDocument/2006/relationships/image" Target="../media/image_3b2cd7e092b72790.svg"/>
  <Relationship Id="rId17" Type="http://schemas.openxmlformats.org/officeDocument/2006/relationships/image" Target="../media/image_7f434cc2d0ea881b.svg"/>
  <Relationship Id="rId18" Type="http://schemas.openxmlformats.org/officeDocument/2006/relationships/image" Target="../media/image_1785bc0aa76f60af.svg"/>
  <Relationship Id="rId19" Type="http://schemas.openxmlformats.org/officeDocument/2006/relationships/image" Target="../media/image_b074dc106df85c24.svg"/>
  <Relationship Id="rId20" Type="http://schemas.openxmlformats.org/officeDocument/2006/relationships/image" Target="../media/image_3b2cd7e092b72790.svg"/>
  <Relationship Id="rId21" Type="http://schemas.openxmlformats.org/officeDocument/2006/relationships/image" Target="../media/image_7f434cc2d0ea881b.svg"/>
  <Relationship Id="rId22" Type="http://schemas.openxmlformats.org/officeDocument/2006/relationships/image" Target="../media/image_61ee293467bea64a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27ca0c75f9e0b9e1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61ee293467bea64a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61ee293467bea64a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61ee293467bea64a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  <Relationship Id="rId2" Type="http://schemas.openxmlformats.org/officeDocument/2006/relationships/image" Target="../media/image_a403e064b99255bb.png"/>
  <Relationship Id="rId3" Type="http://schemas.openxmlformats.org/officeDocument/2006/relationships/image" Target="../media/image_61ee293467bea64a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61ee293467bea64a.png"/>
  <Relationship Id="rId4" Type="http://schemas.openxmlformats.org/officeDocument/2006/relationships/image" Target="../media/image_a537152ae09a2f17.svg"/>
  <Relationship Id="rId5" Type="http://schemas.openxmlformats.org/officeDocument/2006/relationships/image" Target="../media/image_249a306dbbb5d448.svg"/>
  <Relationship Id="rId6" Type="http://schemas.openxmlformats.org/officeDocument/2006/relationships/image" Target="../media/image_27ca0c75f9e0b9e1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  <Relationship Id="rId2" Type="http://schemas.openxmlformats.org/officeDocument/2006/relationships/image" Target="../media/image_c9889d969e159b87.svg"/>
  <Relationship Id="rId3" Type="http://schemas.openxmlformats.org/officeDocument/2006/relationships/image" Target="../media/image_27ca0c75f9e0b9e1.pn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  <Relationship Id="rId2" Type="http://schemas.openxmlformats.org/officeDocument/2006/relationships/image" Target="../media/image_7f434cc2d0ea881b.svg"/>
  <Relationship Id="rId3" Type="http://schemas.openxmlformats.org/officeDocument/2006/relationships/image" Target="../media/image_7f434cc2d0ea881b.svg"/>
  <Relationship Id="rId4" Type="http://schemas.openxmlformats.org/officeDocument/2006/relationships/image" Target="../media/image_7f434cc2d0ea881b.svg"/>
  <Relationship Id="rId5" Type="http://schemas.openxmlformats.org/officeDocument/2006/relationships/image" Target="../media/image_ba67a4110194fef2.svg"/>
  <Relationship Id="rId6" Type="http://schemas.openxmlformats.org/officeDocument/2006/relationships/image" Target="../media/image_7f434cc2d0ea881b.sv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  <Relationship Id="rId2" Type="http://schemas.openxmlformats.org/officeDocument/2006/relationships/image" Target="../media/image_61ee293467bea64a.pn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61ee293467bea64a.pn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6.xml"/>
  <Relationship Id="rId2" Type="http://schemas.openxmlformats.org/officeDocument/2006/relationships/image" Target="../media/image_61ee293467bea64a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27ca0c75f9e0b9e1.png"/>
  <Relationship Id="rId5" Type="http://schemas.openxmlformats.org/officeDocument/2006/relationships/image" Target="../media/image_27ca0c75f9e0b9e1.png"/>
  <Relationship Id="rId6" Type="http://schemas.openxmlformats.org/officeDocument/2006/relationships/image" Target="../media/image_27ca0c75f9e0b9e1.png"/>
  <Relationship Id="rId7" Type="http://schemas.openxmlformats.org/officeDocument/2006/relationships/image" Target="../media/image_27ca0c75f9e0b9e1.png"/>
  <Relationship Id="rId8" Type="http://schemas.openxmlformats.org/officeDocument/2006/relationships/image" Target="../media/image_27ca0c75f9e0b9e1.png"/>
  <Relationship Id="rId9" Type="http://schemas.openxmlformats.org/officeDocument/2006/relationships/image" Target="../media/image_27ca0c75f9e0b9e1.png"/>
  <Relationship Id="rId10" Type="http://schemas.openxmlformats.org/officeDocument/2006/relationships/image" Target="../media/image_27ca0c75f9e0b9e1.pn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7.xml"/>
  <Relationship Id="rId2" Type="http://schemas.openxmlformats.org/officeDocument/2006/relationships/image" Target="../media/image_181bcb41b08343ca.sv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8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27ca0c75f9e0b9e1.pn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9.xml"/>
  <Relationship Id="rId2" Type="http://schemas.openxmlformats.org/officeDocument/2006/relationships/image" Target="../media/image_61ee293467bea64a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cover_title-slot-1 Placeholder Carrier"/>
          <p:cNvSpPr txBox="1"/>
          <p:nvPr>
            <p:ph type="title" idx="1"/>
          </p:nvPr>
        </p:nvSpPr>
        <p:spPr>
          <a:xfrm>
            <a:off x="520732" y="2388075"/>
            <a:ext cx="7991243" cy="2178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cover_subtitle-slot-2 Placeholder Carrier"/>
          <p:cNvSpPr txBox="1"/>
          <p:nvPr>
            <p:ph type="title" idx="2"/>
          </p:nvPr>
        </p:nvSpPr>
        <p:spPr>
          <a:xfrm>
            <a:off x="644652" y="4565714"/>
            <a:ext cx="814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presenter_metadata-slot-3 Placeholder Carrier"/>
          <p:cNvSpPr txBox="1"/>
          <p:nvPr>
            <p:ph type="body" idx="3"/>
          </p:nvPr>
        </p:nvSpPr>
        <p:spPr>
          <a:xfrm>
            <a:off x="533686" y="6180772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resenton-date_metadata-slot-4 Placeholder Carrier"/>
          <p:cNvSpPr txBox="1"/>
          <p:nvPr>
            <p:ph type="body" idx="4"/>
          </p:nvPr>
        </p:nvSpPr>
        <p:spPr>
          <a:xfrm>
            <a:off x="6912578" y="6180772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8735473" y="-492919"/>
            <a:ext cx="3721608" cy="8587645"/>
          </a:xfrm>
          <a:prstGeom prst="rect">
            <a:avLst/>
          </a:prstGeom>
          <a:noFill/>
          <a:ln>
            <a:noFill/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53331" y="-742093"/>
            <a:ext cx="4184999" cy="14934914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slide_title-slot-2 Placeholder Carrier"/>
          <p:cNvSpPr txBox="1"/>
          <p:nvPr>
            <p:ph type="title" idx="2"/>
          </p:nvPr>
        </p:nvSpPr>
        <p:spPr>
          <a:xfrm>
            <a:off x="3416464" y="1593933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Line 6"/>
          <p:cNvSpPr/>
          <p:nvPr/>
        </p:nvSpPr>
        <p:spPr>
          <a:xfrm>
            <a:off x="539782" y="3005328"/>
            <a:ext cx="165068" cy="165068"/>
          </a:xfrm>
          <a:custGeom>
            <a:avLst/>
            <a:gdLst/>
            <a:ahLst/>
            <a:cxnLst/>
            <a:rect l="l" t="t" r="r" b="b"/>
            <a:pathLst>
              <a:path w="165068" h="165068">
                <a:moveTo>
                  <a:pt x="0" y="0"/>
                </a:moveTo>
                <a:lnTo>
                  <a:pt x="165068" y="165068"/>
                </a:lnTo>
              </a:path>
            </a:pathLst>
          </a:custGeom>
          <a:noFill/>
          <a:ln w="9525">
            <a:solidFill>
              <a:srgbClr val="0A37BF"/>
            </a:solidFill>
          </a:ln>
        </p:spPr>
      </p:sp>
      <p:sp>
        <p:nvSpPr>
          <p:cNvPr id="7" name="presenton-agenda_item_label-slot-3 Placeholder Carrier"/>
          <p:cNvSpPr txBox="1"/>
          <p:nvPr>
            <p:ph type="body" idx="3"/>
          </p:nvPr>
        </p:nvSpPr>
        <p:spPr>
          <a:xfrm>
            <a:off x="797677" y="2953002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2E3545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agenda_item_description-slot-4 Placeholder Carrier"/>
          <p:cNvSpPr txBox="1"/>
          <p:nvPr>
            <p:ph type="body" idx="4"/>
          </p:nvPr>
        </p:nvSpPr>
        <p:spPr>
          <a:xfrm>
            <a:off x="800386" y="3174206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9928193" y="-1246918"/>
            <a:ext cx="1953863" cy="322345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3010" t="0" r="3011" b="0"/>
          <a:stretch>
            <a:fillRect/>
          </a:stretch>
        </p:blipFill>
        <p:spPr>
          <a:xfrm>
            <a:off x="2071592" y="0"/>
            <a:ext cx="10120408" cy="6057424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-20098" y="4067080"/>
            <a:ext cx="3231737" cy="5847302"/>
          </a:xfrm>
          <a:prstGeom prst="rect">
            <a:avLst/>
          </a:prstGeom>
          <a:noFill/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16330" r="0" b="16331"/>
          <a:stretch>
            <a:fillRect/>
          </a:stretch>
        </p:blipFill>
        <p:spPr>
          <a:xfrm>
            <a:off x="0" y="2239899"/>
            <a:ext cx="12192000" cy="4618101"/>
          </a:xfrm>
          <a:prstGeom prst="rect">
            <a:avLst/>
          </a:prstGeom>
        </p:spPr>
      </p:pic>
      <p:sp>
        <p:nvSpPr>
          <p:cNvPr id="7" name="presenton-main_title-slot-3 Placeholder Carrier"/>
          <p:cNvSpPr txBox="1"/>
          <p:nvPr>
            <p:ph type="title" idx="3"/>
          </p:nvPr>
        </p:nvSpPr>
        <p:spPr>
          <a:xfrm>
            <a:off x="520732" y="1380172"/>
            <a:ext cx="4565706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upporting_description-slot-4 Placeholder Carrier"/>
          <p:cNvSpPr txBox="1"/>
          <p:nvPr>
            <p:ph type="body" idx="4"/>
          </p:nvPr>
        </p:nvSpPr>
        <p:spPr>
          <a:xfrm>
            <a:off x="533686" y="2198751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9" name="presenton-image-slot-5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27392" t="0" r="27393" b="0"/>
          <a:stretch>
            <a:fillRect/>
          </a:stretch>
        </p:blipFill>
        <p:spPr>
          <a:xfrm>
            <a:off x="5669661" y="1479709"/>
            <a:ext cx="2828925" cy="4692491"/>
          </a:xfrm>
          <a:prstGeom prst="rect">
            <a:avLst/>
          </a:prstGeom>
        </p:spPr>
      </p:pic>
      <p:sp>
        <p:nvSpPr>
          <p:cNvPr id="10" name="presenton-footer_slide_marker-slot-6 Placeholder Carrier"/>
          <p:cNvSpPr txBox="1"/>
          <p:nvPr>
            <p:ph type="body" idx="6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-2929128" y="-800386"/>
            <a:ext cx="8393240" cy="839324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</p:spPr>
      </p:pic>
      <p:sp>
        <p:nvSpPr>
          <p:cNvPr id="5" name="presenton-section_title-slot-2 Placeholder Carrier"/>
          <p:cNvSpPr txBox="1"/>
          <p:nvPr>
            <p:ph type="title" idx="2"/>
          </p:nvPr>
        </p:nvSpPr>
        <p:spPr>
          <a:xfrm>
            <a:off x="520732" y="3174225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ection_description-slot-3 Placeholder Carrier"/>
          <p:cNvSpPr txBox="1"/>
          <p:nvPr>
            <p:ph type="body" idx="3"/>
          </p:nvPr>
        </p:nvSpPr>
        <p:spPr>
          <a:xfrm>
            <a:off x="533686" y="3946398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Line 7"/>
          <p:cNvSpPr/>
          <p:nvPr/>
        </p:nvSpPr>
        <p:spPr>
          <a:xfrm>
            <a:off x="4452271" y="1170337"/>
            <a:ext cx="757523" cy="757523"/>
          </a:xfrm>
          <a:custGeom>
            <a:avLst/>
            <a:gdLst/>
            <a:ahLst/>
            <a:cxnLst/>
            <a:rect l="l" t="t" r="r" b="b"/>
            <a:pathLst>
              <a:path w="757523" h="757523">
                <a:moveTo>
                  <a:pt x="0" y="0"/>
                </a:moveTo>
                <a:lnTo>
                  <a:pt x="757523" y="757523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8" name="presenton-marker_label-slot-4 Placeholder Carrier"/>
          <p:cNvSpPr txBox="1"/>
          <p:nvPr>
            <p:ph type="body" idx="4"/>
          </p:nvPr>
        </p:nvSpPr>
        <p:spPr>
          <a:xfrm>
            <a:off x="4145809" y="1412581"/>
            <a:ext cx="1443123" cy="404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5184362" y="1523333"/>
            <a:ext cx="511874" cy="9525"/>
          </a:xfrm>
          <a:custGeom>
            <a:avLst/>
            <a:gdLst/>
            <a:ahLst/>
            <a:cxnLst/>
            <a:rect l="l" t="t" r="r" b="b"/>
            <a:pathLst>
              <a:path w="511874" h="9525">
                <a:moveTo>
                  <a:pt x="0" y="0"/>
                </a:moveTo>
                <a:lnTo>
                  <a:pt x="511874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696140" y="1098614"/>
            <a:ext cx="5399342" cy="900874"/>
          </a:xfrm>
          <a:prstGeom prst="roundRect">
            <a:avLst>
              <a:gd name="adj" fmla="val 2115"/>
            </a:avLst>
          </a:prstGeom>
          <a:solidFill>
            <a:srgbClr val="F6F7FC"/>
          </a:solidFill>
          <a:ln>
            <a:noFill/>
          </a:ln>
        </p:spPr>
      </p:sp>
      <p:sp>
        <p:nvSpPr>
          <p:cNvPr id="11" name="presenton-callout_text-slot-5 Placeholder Carrier"/>
          <p:cNvSpPr txBox="1"/>
          <p:nvPr>
            <p:ph type="body" idx="5"/>
          </p:nvPr>
        </p:nvSpPr>
        <p:spPr>
          <a:xfrm>
            <a:off x="5690723" y="1118930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Line 12"/>
          <p:cNvSpPr/>
          <p:nvPr/>
        </p:nvSpPr>
        <p:spPr>
          <a:xfrm>
            <a:off x="4887754" y="2602040"/>
            <a:ext cx="757619" cy="757619"/>
          </a:xfrm>
          <a:custGeom>
            <a:avLst/>
            <a:gdLst/>
            <a:ahLst/>
            <a:cxnLst/>
            <a:rect l="l" t="t" r="r" b="b"/>
            <a:pathLst>
              <a:path w="757619" h="757619">
                <a:moveTo>
                  <a:pt x="0" y="0"/>
                </a:moveTo>
                <a:lnTo>
                  <a:pt x="757619" y="757619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13" name="presenton-marker_label-slot-6 Placeholder Carrier"/>
          <p:cNvSpPr txBox="1"/>
          <p:nvPr>
            <p:ph type="body" idx="6"/>
          </p:nvPr>
        </p:nvSpPr>
        <p:spPr>
          <a:xfrm>
            <a:off x="4545045" y="2849442"/>
            <a:ext cx="1443130" cy="404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Line 14"/>
          <p:cNvSpPr/>
          <p:nvPr/>
        </p:nvSpPr>
        <p:spPr>
          <a:xfrm>
            <a:off x="5621274" y="2980849"/>
            <a:ext cx="234887" cy="9525"/>
          </a:xfrm>
          <a:custGeom>
            <a:avLst/>
            <a:gdLst/>
            <a:ahLst/>
            <a:cxnLst/>
            <a:rect l="l" t="t" r="r" b="b"/>
            <a:pathLst>
              <a:path w="234887" h="9525">
                <a:moveTo>
                  <a:pt x="0" y="0"/>
                </a:moveTo>
                <a:lnTo>
                  <a:pt x="234887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856065" y="2573369"/>
            <a:ext cx="5239417" cy="900874"/>
          </a:xfrm>
          <a:prstGeom prst="roundRect">
            <a:avLst>
              <a:gd name="adj" fmla="val 2115"/>
            </a:avLst>
          </a:prstGeom>
          <a:solidFill>
            <a:srgbClr val="F6F7FC"/>
          </a:solidFill>
          <a:ln>
            <a:noFill/>
          </a:ln>
        </p:spPr>
      </p:sp>
      <p:sp>
        <p:nvSpPr>
          <p:cNvPr id="16" name="presenton-callout_text-slot-7 Placeholder Carrier"/>
          <p:cNvSpPr txBox="1"/>
          <p:nvPr>
            <p:ph type="body" idx="7"/>
          </p:nvPr>
        </p:nvSpPr>
        <p:spPr>
          <a:xfrm>
            <a:off x="5850651" y="2593672"/>
            <a:ext cx="710933" cy="208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Line 17"/>
          <p:cNvSpPr/>
          <p:nvPr/>
        </p:nvSpPr>
        <p:spPr>
          <a:xfrm>
            <a:off x="4792885" y="4033742"/>
            <a:ext cx="757619" cy="757618"/>
          </a:xfrm>
          <a:custGeom>
            <a:avLst/>
            <a:gdLst/>
            <a:ahLst/>
            <a:cxnLst/>
            <a:rect l="l" t="t" r="r" b="b"/>
            <a:pathLst>
              <a:path w="757619" h="757618">
                <a:moveTo>
                  <a:pt x="0" y="0"/>
                </a:moveTo>
                <a:lnTo>
                  <a:pt x="757619" y="757618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18" name="presenton-marker_label-slot-8 Placeholder Carrier"/>
          <p:cNvSpPr txBox="1"/>
          <p:nvPr>
            <p:ph type="body" idx="8"/>
          </p:nvPr>
        </p:nvSpPr>
        <p:spPr>
          <a:xfrm>
            <a:off x="4450085" y="4270272"/>
            <a:ext cx="1443123" cy="404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Line 19"/>
          <p:cNvSpPr/>
          <p:nvPr/>
        </p:nvSpPr>
        <p:spPr>
          <a:xfrm>
            <a:off x="5527548" y="4412552"/>
            <a:ext cx="328517" cy="9525"/>
          </a:xfrm>
          <a:custGeom>
            <a:avLst/>
            <a:gdLst/>
            <a:ahLst/>
            <a:cxnLst/>
            <a:rect l="l" t="t" r="r" b="b"/>
            <a:pathLst>
              <a:path w="328517" h="9525">
                <a:moveTo>
                  <a:pt x="0" y="0"/>
                </a:moveTo>
                <a:lnTo>
                  <a:pt x="328517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856065" y="4048125"/>
            <a:ext cx="5239417" cy="900874"/>
          </a:xfrm>
          <a:prstGeom prst="roundRect">
            <a:avLst>
              <a:gd name="adj" fmla="val 2115"/>
            </a:avLst>
          </a:prstGeom>
          <a:solidFill>
            <a:srgbClr val="F6F7FC"/>
          </a:solidFill>
          <a:ln>
            <a:noFill/>
          </a:ln>
        </p:spPr>
      </p:sp>
      <p:sp>
        <p:nvSpPr>
          <p:cNvPr id="21" name="presenton-callout_text-slot-9 Placeholder Carrier"/>
          <p:cNvSpPr txBox="1"/>
          <p:nvPr>
            <p:ph type="body" idx="9"/>
          </p:nvPr>
        </p:nvSpPr>
        <p:spPr>
          <a:xfrm>
            <a:off x="5850651" y="4068428"/>
            <a:ext cx="710933" cy="208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Line 22"/>
          <p:cNvSpPr/>
          <p:nvPr/>
        </p:nvSpPr>
        <p:spPr>
          <a:xfrm>
            <a:off x="4096322" y="5465350"/>
            <a:ext cx="757619" cy="757619"/>
          </a:xfrm>
          <a:custGeom>
            <a:avLst/>
            <a:gdLst/>
            <a:ahLst/>
            <a:cxnLst/>
            <a:rect l="l" t="t" r="r" b="b"/>
            <a:pathLst>
              <a:path w="757619" h="757619">
                <a:moveTo>
                  <a:pt x="0" y="0"/>
                </a:moveTo>
                <a:lnTo>
                  <a:pt x="757619" y="757619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23" name="presenton-marker_label-slot-10 Placeholder Carrier"/>
          <p:cNvSpPr txBox="1"/>
          <p:nvPr>
            <p:ph type="body" idx="10"/>
          </p:nvPr>
        </p:nvSpPr>
        <p:spPr>
          <a:xfrm>
            <a:off x="3758951" y="5712833"/>
            <a:ext cx="1443123" cy="404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Line 24"/>
          <p:cNvSpPr/>
          <p:nvPr/>
        </p:nvSpPr>
        <p:spPr>
          <a:xfrm>
            <a:off x="4830985" y="5875020"/>
            <a:ext cx="865251" cy="9525"/>
          </a:xfrm>
          <a:custGeom>
            <a:avLst/>
            <a:gdLst/>
            <a:ahLst/>
            <a:cxnLst/>
            <a:rect l="l" t="t" r="r" b="b"/>
            <a:pathLst>
              <a:path w="865251" h="9525">
                <a:moveTo>
                  <a:pt x="0" y="0"/>
                </a:moveTo>
                <a:lnTo>
                  <a:pt x="865251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696140" y="5522881"/>
            <a:ext cx="5374196" cy="900874"/>
          </a:xfrm>
          <a:prstGeom prst="roundRect">
            <a:avLst>
              <a:gd name="adj" fmla="val 2115"/>
            </a:avLst>
          </a:prstGeom>
          <a:solidFill>
            <a:srgbClr val="F6F7FC"/>
          </a:solidFill>
          <a:ln>
            <a:noFill/>
          </a:ln>
        </p:spPr>
      </p:sp>
      <p:sp>
        <p:nvSpPr>
          <p:cNvPr id="26" name="presenton-callout_text-slot-11 Placeholder Carrier"/>
          <p:cNvSpPr txBox="1"/>
          <p:nvPr>
            <p:ph type="body" idx="11"/>
          </p:nvPr>
        </p:nvSpPr>
        <p:spPr>
          <a:xfrm>
            <a:off x="5690723" y="5543198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7" name="presenton-footer_index-slot-12 Placeholder Carrier"/>
          <p:cNvSpPr txBox="1"/>
          <p:nvPr>
            <p:ph type="body" idx="12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9928193" y="-1246918"/>
            <a:ext cx="1953863" cy="322345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3010" t="0" r="3011" b="0"/>
          <a:stretch>
            <a:fillRect/>
          </a:stretch>
        </p:blipFill>
        <p:spPr>
          <a:xfrm>
            <a:off x="2071592" y="0"/>
            <a:ext cx="10120408" cy="6057424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-849916" y="4403979"/>
            <a:ext cx="3231737" cy="5295519"/>
          </a:xfrm>
          <a:prstGeom prst="rect">
            <a:avLst/>
          </a:prstGeom>
          <a:noFill/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14763" r="0" b="14763"/>
          <a:stretch>
            <a:fillRect/>
          </a:stretch>
        </p:blipFill>
        <p:spPr>
          <a:xfrm>
            <a:off x="0" y="2024920"/>
            <a:ext cx="12192000" cy="4833080"/>
          </a:xfrm>
          <a:prstGeom prst="rect">
            <a:avLst/>
          </a:prstGeom>
        </p:spPr>
      </p:pic>
      <p:sp>
        <p:nvSpPr>
          <p:cNvPr id="7" name="presenton-main_title-slot-3 Placeholder Carrier"/>
          <p:cNvSpPr txBox="1"/>
          <p:nvPr>
            <p:ph type="title" idx="3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intro_description-slot-4 Placeholder Carrier"/>
          <p:cNvSpPr txBox="1"/>
          <p:nvPr>
            <p:ph type="body" idx="4"/>
          </p:nvPr>
        </p:nvSpPr>
        <p:spPr>
          <a:xfrm>
            <a:off x="533686" y="216703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82" y="3447574"/>
            <a:ext cx="2985230" cy="2724626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3264884" y="3447574"/>
            <a:ext cx="2707576" cy="2724626"/>
          </a:xfrm>
          <a:prstGeom prst="rect">
            <a:avLst/>
          </a:prstGeom>
          <a:noFill/>
          <a:ln>
            <a:noFill/>
          </a:ln>
        </p:spPr>
      </p:sp>
      <p:pic>
        <p:nvPicPr>
          <p:cNvPr id="11" name="presenton-image-slot-10 Placeholder Carrier"/>
          <p:cNvPicPr>
            <a:picLocks noChangeAspect="1"/>
          </p:cNvPicPr>
          <p:nvPr>
            <p:ph type="pic" idx="6"/>
          </p:nvPr>
        </p:nvPicPr>
        <p:blipFill>
          <a:blip r:embed="rId5"/>
          <a:srcRect l="25000" t="0" r="25001" b="0"/>
          <a:stretch>
            <a:fillRect/>
          </a:stretch>
        </p:blipFill>
        <p:spPr>
          <a:xfrm>
            <a:off x="3264884" y="2779204"/>
            <a:ext cx="2707576" cy="4061460"/>
          </a:xfrm>
          <a:prstGeom prst="rect">
            <a:avLst/>
          </a:prstGeom>
        </p:spPr>
      </p:pic>
      <p:sp>
        <p:nvSpPr>
          <p:cNvPr id="12" name="presenton-card_title-slot-7 Placeholder Carrier"/>
          <p:cNvSpPr txBox="1"/>
          <p:nvPr>
            <p:ph type="title" idx="7"/>
          </p:nvPr>
        </p:nvSpPr>
        <p:spPr>
          <a:xfrm>
            <a:off x="708713" y="3862545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card_body-slot-8 Placeholder Carrier"/>
          <p:cNvSpPr txBox="1"/>
          <p:nvPr>
            <p:ph type="body" idx="8"/>
          </p:nvPr>
        </p:nvSpPr>
        <p:spPr>
          <a:xfrm>
            <a:off x="711422" y="4307586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192" y="3447574"/>
            <a:ext cx="2949988" cy="2724626"/>
          </a:xfrm>
          <a:prstGeom prst="rect">
            <a:avLst/>
          </a:prstGeom>
        </p:spPr>
      </p:pic>
      <p:sp>
        <p:nvSpPr>
          <p:cNvPr id="15" name="Rectangle 15"/>
          <p:cNvSpPr/>
          <p:nvPr/>
        </p:nvSpPr>
        <p:spPr>
          <a:xfrm>
            <a:off x="8900160" y="3447574"/>
            <a:ext cx="2707576" cy="2724626"/>
          </a:xfrm>
          <a:prstGeom prst="rect">
            <a:avLst/>
          </a:prstGeom>
          <a:noFill/>
          <a:ln>
            <a:noFill/>
          </a:ln>
        </p:spPr>
      </p:sp>
      <p:pic>
        <p:nvPicPr>
          <p:cNvPr id="16" name="presenton-image-slot-12 Placeholder Carrier"/>
          <p:cNvPicPr>
            <a:picLocks noChangeAspect="1"/>
          </p:cNvPicPr>
          <p:nvPr>
            <p:ph type="pic" idx="10"/>
          </p:nvPr>
        </p:nvPicPr>
        <p:blipFill>
          <a:blip r:embed="rId7"/>
          <a:srcRect l="25000" t="0" r="25001" b="0"/>
          <a:stretch>
            <a:fillRect/>
          </a:stretch>
        </p:blipFill>
        <p:spPr>
          <a:xfrm>
            <a:off x="8900160" y="2779204"/>
            <a:ext cx="2707576" cy="4061460"/>
          </a:xfrm>
          <a:prstGeom prst="rect">
            <a:avLst/>
          </a:prstGeom>
        </p:spPr>
      </p:pic>
      <p:sp>
        <p:nvSpPr>
          <p:cNvPr id="17" name="presenton-card_title-slot-11 Placeholder Carrier"/>
          <p:cNvSpPr txBox="1"/>
          <p:nvPr>
            <p:ph type="title" idx="11"/>
          </p:nvPr>
        </p:nvSpPr>
        <p:spPr>
          <a:xfrm>
            <a:off x="6279410" y="3862545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card_body-slot-12 Placeholder Carrier"/>
          <p:cNvSpPr txBox="1"/>
          <p:nvPr>
            <p:ph type="body" idx="12"/>
          </p:nvPr>
        </p:nvSpPr>
        <p:spPr>
          <a:xfrm>
            <a:off x="6282118" y="4307586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page_label-slot-13 Placeholder Carrier"/>
          <p:cNvSpPr txBox="1"/>
          <p:nvPr>
            <p:ph type="body" idx="13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resenton-image-slot-13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4382" t="0" r="14381" b="0"/>
          <a:stretch>
            <a:fillRect/>
          </a:stretch>
        </p:blipFill>
        <p:spPr>
          <a:xfrm>
            <a:off x="0" y="0"/>
            <a:ext cx="2705100" cy="2847975"/>
          </a:xfrm>
          <a:prstGeom prst="rect">
            <a:avLst/>
          </a:prstGeom>
        </p:spPr>
      </p:pic>
      <p:pic>
        <p:nvPicPr>
          <p:cNvPr id="4" name="presenton-image-slot-14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24213" t="0" r="24213" b="0"/>
          <a:stretch>
            <a:fillRect/>
          </a:stretch>
        </p:blipFill>
        <p:spPr>
          <a:xfrm>
            <a:off x="0" y="2924175"/>
            <a:ext cx="2705100" cy="3933825"/>
          </a:xfrm>
          <a:prstGeom prst="rect">
            <a:avLst/>
          </a:prstGeom>
        </p:spPr>
      </p:pic>
      <p:pic>
        <p:nvPicPr>
          <p:cNvPr id="5" name="presenton-image-slot-15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19570" t="0" r="19571" b="0"/>
          <a:stretch>
            <a:fillRect/>
          </a:stretch>
        </p:blipFill>
        <p:spPr>
          <a:xfrm>
            <a:off x="2781300" y="0"/>
            <a:ext cx="3238500" cy="3990975"/>
          </a:xfrm>
          <a:prstGeom prst="rect">
            <a:avLst/>
          </a:prstGeom>
        </p:spPr>
      </p:pic>
      <p:pic>
        <p:nvPicPr>
          <p:cNvPr id="6" name="presenton-image-slot-16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6780" t="0" r="6779" b="0"/>
          <a:stretch>
            <a:fillRect/>
          </a:stretch>
        </p:blipFill>
        <p:spPr>
          <a:xfrm>
            <a:off x="2781300" y="4048125"/>
            <a:ext cx="3238500" cy="2809875"/>
          </a:xfrm>
          <a:prstGeom prst="rect">
            <a:avLst/>
          </a:prstGeom>
        </p:spPr>
      </p:pic>
      <p:sp>
        <p:nvSpPr>
          <p:cNvPr id="7" name="presenton-main_headline_text-slot-5 Placeholder Carrier"/>
          <p:cNvSpPr txBox="1"/>
          <p:nvPr>
            <p:ph type="title" idx="5"/>
          </p:nvPr>
        </p:nvSpPr>
        <p:spPr>
          <a:xfrm>
            <a:off x="6572250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Line 8"/>
          <p:cNvSpPr/>
          <p:nvPr/>
        </p:nvSpPr>
        <p:spPr>
          <a:xfrm>
            <a:off x="6591300" y="3352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342900"/>
                </a:lnTo>
              </a:path>
            </a:pathLst>
          </a:custGeom>
          <a:noFill/>
          <a:ln w="9525">
            <a:solidFill>
              <a:srgbClr val="1E43C6">
                <a:alpha val="0"/>
              </a:srgbClr>
            </a:solidFill>
          </a:ln>
        </p:spPr>
      </p:sp>
      <p:sp>
        <p:nvSpPr>
          <p:cNvPr id="9" name="presenton-step_marker_text-slot-6 Placeholder Carrier"/>
          <p:cNvSpPr txBox="1"/>
          <p:nvPr>
            <p:ph type="body" idx="6"/>
          </p:nvPr>
        </p:nvSpPr>
        <p:spPr>
          <a:xfrm>
            <a:off x="6344442" y="3442335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step_heading_text-slot-7 Placeholder Carrier"/>
          <p:cNvSpPr txBox="1"/>
          <p:nvPr>
            <p:ph type="title" idx="7"/>
          </p:nvPr>
        </p:nvSpPr>
        <p:spPr>
          <a:xfrm>
            <a:off x="7109079" y="3356610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step_description_text-slot-8 Placeholder Carrier"/>
          <p:cNvSpPr txBox="1"/>
          <p:nvPr>
            <p:ph type="body" idx="8"/>
          </p:nvPr>
        </p:nvSpPr>
        <p:spPr>
          <a:xfrm>
            <a:off x="7109761" y="3544553"/>
            <a:ext cx="710933" cy="208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footer_marker_text-slot-9 Placeholder Carrier"/>
          <p:cNvSpPr txBox="1"/>
          <p:nvPr>
            <p:ph type="body" idx="9"/>
          </p:nvPr>
        </p:nvSpPr>
        <p:spPr>
          <a:xfrm>
            <a:off x="11653838" y="6304274"/>
            <a:ext cx="500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title-slot-1 Placeholder Carrier"/>
          <p:cNvSpPr txBox="1"/>
          <p:nvPr>
            <p:ph type="title" idx="1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description-slot-2 Placeholder Carrier"/>
          <p:cNvSpPr txBox="1"/>
          <p:nvPr>
            <p:ph type="body" idx="2"/>
          </p:nvPr>
        </p:nvSpPr>
        <p:spPr>
          <a:xfrm>
            <a:off x="533686" y="211055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39782" y="3744087"/>
            <a:ext cx="2190750" cy="1676400"/>
          </a:xfrm>
          <a:prstGeom prst="roundRect">
            <a:avLst>
              <a:gd name="adj" fmla="val 11364"/>
            </a:avLst>
          </a:prstGeom>
          <a:solidFill>
            <a:schemeClr val="lt1">
              <a:alpha val="0"/>
            </a:schemeClr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70" y="3361182"/>
            <a:ext cx="813530" cy="813530"/>
          </a:xfrm>
          <a:prstGeom prst="rect">
            <a:avLst/>
          </a:prstGeom>
        </p:spPr>
      </p:pic>
      <p:pic>
        <p:nvPicPr>
          <p:cNvPr id="7" name="presenton-image-slot-18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tretch>
            <a:fillRect/>
          </a:stretch>
        </p:blipFill>
        <p:spPr>
          <a:xfrm>
            <a:off x="1394555" y="3569779"/>
            <a:ext cx="368332" cy="368332"/>
          </a:xfrm>
          <a:prstGeom prst="rect">
            <a:avLst/>
          </a:prstGeom>
        </p:spPr>
      </p:pic>
      <p:sp>
        <p:nvSpPr>
          <p:cNvPr id="8" name="presenton-step_heading-slot-5 Placeholder Carrier"/>
          <p:cNvSpPr txBox="1"/>
          <p:nvPr>
            <p:ph type="title" idx="5"/>
          </p:nvPr>
        </p:nvSpPr>
        <p:spPr>
          <a:xfrm>
            <a:off x="679030" y="4561575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step_description-slot-6 Placeholder Carrier"/>
          <p:cNvSpPr txBox="1"/>
          <p:nvPr>
            <p:ph type="body" idx="6"/>
          </p:nvPr>
        </p:nvSpPr>
        <p:spPr>
          <a:xfrm>
            <a:off x="680386" y="5566901"/>
            <a:ext cx="710933" cy="208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Line 10"/>
          <p:cNvSpPr/>
          <p:nvPr/>
        </p:nvSpPr>
        <p:spPr>
          <a:xfrm>
            <a:off x="2721007" y="4605147"/>
            <a:ext cx="481965" cy="9525"/>
          </a:xfrm>
          <a:custGeom>
            <a:avLst/>
            <a:gdLst/>
            <a:ahLst/>
            <a:cxnLst/>
            <a:rect l="l" t="t" r="r" b="b"/>
            <a:pathLst>
              <a:path w="481965" h="9525">
                <a:moveTo>
                  <a:pt x="0" y="0"/>
                </a:moveTo>
                <a:lnTo>
                  <a:pt x="481965" y="0"/>
                </a:lnTo>
              </a:path>
            </a:pathLst>
          </a:custGeom>
          <a:noFill/>
          <a:ln w="19050">
            <a:solidFill>
              <a:srgbClr val="0033CC"/>
            </a:solidFill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4"/>
          <a:srcRect l="2" t="0" r="1" b="0"/>
          <a:stretch>
            <a:fillRect/>
          </a:stretch>
        </p:blipFill>
        <p:spPr>
          <a:xfrm>
            <a:off x="3116771" y="4517708"/>
            <a:ext cx="86773" cy="154686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0157460" y="-3371755"/>
            <a:ext cx="2443162" cy="7094125"/>
          </a:xfrm>
          <a:prstGeom prst="rect">
            <a:avLst/>
          </a:prstGeom>
          <a:noFill/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5"/>
          <a:srcRect l="4095" t="0" r="4095" b="0"/>
          <a:stretch>
            <a:fillRect/>
          </a:stretch>
        </p:blipFill>
        <p:spPr>
          <a:xfrm>
            <a:off x="998506" y="0"/>
            <a:ext cx="11193494" cy="6858000"/>
          </a:xfrm>
          <a:prstGeom prst="rect">
            <a:avLst/>
          </a:prstGeom>
        </p:spPr>
      </p:pic>
      <p:sp>
        <p:nvSpPr>
          <p:cNvPr id="14" name="presenton-pagination_label-slot-9 Placeholder Carrier"/>
          <p:cNvSpPr txBox="1"/>
          <p:nvPr>
            <p:ph type="body" idx="9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title-slot-1 Placeholder Carrier"/>
          <p:cNvSpPr txBox="1"/>
          <p:nvPr>
            <p:ph type="title" idx="1"/>
          </p:nvPr>
        </p:nvSpPr>
        <p:spPr>
          <a:xfrm>
            <a:off x="520732" y="1380172"/>
            <a:ext cx="4565706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paragraph-slot-2 Placeholder Carrier"/>
          <p:cNvSpPr txBox="1"/>
          <p:nvPr>
            <p:ph type="body" idx="2"/>
          </p:nvPr>
        </p:nvSpPr>
        <p:spPr>
          <a:xfrm>
            <a:off x="7483423" y="1383154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0" y="2391823"/>
            <a:ext cx="12192000" cy="1813274"/>
          </a:xfrm>
          <a:prstGeom prst="rect">
            <a:avLst/>
          </a:prstGeom>
          <a:noFill/>
          <a:ln>
            <a:noFill/>
          </a:ln>
        </p:spPr>
      </p:sp>
      <p:pic>
        <p:nvPicPr>
          <p:cNvPr id="6" name="presenton-image-slot-2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40085" r="0" b="40085"/>
          <a:stretch>
            <a:fillRect/>
          </a:stretch>
        </p:blipFill>
        <p:spPr>
          <a:xfrm>
            <a:off x="0" y="2391823"/>
            <a:ext cx="12192000" cy="1813274"/>
          </a:xfrm>
          <a:prstGeom prst="rect">
            <a:avLst/>
          </a:prstGeom>
        </p:spPr>
      </p:pic>
      <p:pic>
        <p:nvPicPr>
          <p:cNvPr id="7" name="presenton-image-slot-2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2500" t="0" r="12500" b="0"/>
          <a:stretch>
            <a:fillRect/>
          </a:stretch>
        </p:blipFill>
        <p:spPr>
          <a:xfrm>
            <a:off x="491300" y="3652552"/>
            <a:ext cx="1940719" cy="1940719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12" y="3815429"/>
            <a:ext cx="1407224" cy="1407224"/>
          </a:xfrm>
          <a:prstGeom prst="rect">
            <a:avLst/>
          </a:prstGeom>
        </p:spPr>
      </p:pic>
      <p:sp>
        <p:nvSpPr>
          <p:cNvPr id="9" name="presenton-metric_value-slot-6 Placeholder Carrier"/>
          <p:cNvSpPr txBox="1"/>
          <p:nvPr>
            <p:ph type="body" idx="6"/>
          </p:nvPr>
        </p:nvSpPr>
        <p:spPr>
          <a:xfrm>
            <a:off x="487371" y="4403498"/>
            <a:ext cx="1952099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800" b="1" dirty="0">
                <a:solidFill>
                  <a:srgbClr val="2E3545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0" name="presenton-image-slot-24 Placeholder Carrier"/>
          <p:cNvPicPr>
            <a:picLocks noChangeAspect="1"/>
          </p:cNvPicPr>
          <p:nvPr>
            <p:ph type="pic" idx="7"/>
          </p:nvPr>
        </p:nvPicPr>
        <p:blipFill>
          <a:blip r:embed="rId5"/>
          <a:stretch>
            <a:fillRect/>
          </a:stretch>
        </p:blipFill>
        <p:spPr>
          <a:xfrm>
            <a:off x="1294638" y="5465064"/>
            <a:ext cx="342900" cy="342900"/>
          </a:xfrm>
          <a:prstGeom prst="rect">
            <a:avLst/>
          </a:prstGeom>
        </p:spPr>
      </p:pic>
      <p:sp>
        <p:nvSpPr>
          <p:cNvPr id="11" name="presenton-metric_heading-slot-8 Placeholder Carrier"/>
          <p:cNvSpPr txBox="1"/>
          <p:nvPr>
            <p:ph type="title" idx="8"/>
          </p:nvPr>
        </p:nvSpPr>
        <p:spPr>
          <a:xfrm>
            <a:off x="1031390" y="5894260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metric_caption-slot-9 Placeholder Carrier"/>
          <p:cNvSpPr txBox="1"/>
          <p:nvPr>
            <p:ph type="body" idx="9"/>
          </p:nvPr>
        </p:nvSpPr>
        <p:spPr>
          <a:xfrm>
            <a:off x="1103188" y="611593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page_marker-slot-10 Placeholder Carrier"/>
          <p:cNvSpPr txBox="1"/>
          <p:nvPr>
            <p:ph type="body" idx="10"/>
          </p:nvPr>
        </p:nvSpPr>
        <p:spPr>
          <a:xfrm>
            <a:off x="11666696" y="6479915"/>
            <a:ext cx="487204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-slot-1 Placeholder Carrier"/>
          <p:cNvSpPr txBox="1"/>
          <p:nvPr>
            <p:ph type="title" idx="1"/>
          </p:nvPr>
        </p:nvSpPr>
        <p:spPr>
          <a:xfrm>
            <a:off x="3314451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btitle_text-slot-2 Placeholder Carrier"/>
          <p:cNvSpPr txBox="1"/>
          <p:nvPr>
            <p:ph type="title" idx="2"/>
          </p:nvPr>
        </p:nvSpPr>
        <p:spPr>
          <a:xfrm>
            <a:off x="5688787" y="2165985"/>
            <a:ext cx="814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3238500"/>
            <a:ext cx="2876550" cy="3629025"/>
          </a:xfrm>
          <a:prstGeom prst="roundRect">
            <a:avLst>
              <a:gd name="adj" fmla="val 2649"/>
            </a:avLst>
          </a:prstGeom>
          <a:solidFill>
            <a:srgbClr val="F7F8FD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466850" y="27241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0" y="0"/>
                </a:moveTo>
                <a:lnTo>
                  <a:pt x="990600" y="9906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" name="presenton-card_badge_label-slot-3 Placeholder Carrier"/>
          <p:cNvSpPr txBox="1"/>
          <p:nvPr>
            <p:ph type="body" idx="3"/>
          </p:nvPr>
        </p:nvSpPr>
        <p:spPr>
          <a:xfrm>
            <a:off x="1168970" y="3121023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card_title-slot-4 Placeholder Carrier"/>
          <p:cNvSpPr txBox="1"/>
          <p:nvPr>
            <p:ph type="title" idx="4"/>
          </p:nvPr>
        </p:nvSpPr>
        <p:spPr>
          <a:xfrm>
            <a:off x="1355680" y="451929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description-slot-5 Placeholder Carrier"/>
          <p:cNvSpPr txBox="1"/>
          <p:nvPr>
            <p:ph type="body" idx="5"/>
          </p:nvPr>
        </p:nvSpPr>
        <p:spPr>
          <a:xfrm>
            <a:off x="1620967" y="5144767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409950" y="3248025"/>
            <a:ext cx="2876550" cy="3619500"/>
          </a:xfrm>
          <a:prstGeom prst="roundRect">
            <a:avLst>
              <a:gd name="adj" fmla="val 2649"/>
            </a:avLst>
          </a:prstGeom>
          <a:solidFill>
            <a:srgbClr val="2344B8"/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4343400" y="27241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0" y="0"/>
                </a:moveTo>
                <a:lnTo>
                  <a:pt x="990600" y="990600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12" name="presenton-card_badge_label-slot-6 Placeholder Carrier"/>
          <p:cNvSpPr txBox="1"/>
          <p:nvPr>
            <p:ph type="body" idx="6"/>
          </p:nvPr>
        </p:nvSpPr>
        <p:spPr>
          <a:xfrm>
            <a:off x="4045520" y="3121023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card_title-slot-7 Placeholder Carrier"/>
          <p:cNvSpPr txBox="1"/>
          <p:nvPr>
            <p:ph type="title" idx="7"/>
          </p:nvPr>
        </p:nvSpPr>
        <p:spPr>
          <a:xfrm>
            <a:off x="4232230" y="451929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card_description-slot-8 Placeholder Carrier"/>
          <p:cNvSpPr txBox="1"/>
          <p:nvPr>
            <p:ph type="body" idx="8"/>
          </p:nvPr>
        </p:nvSpPr>
        <p:spPr>
          <a:xfrm>
            <a:off x="4497517" y="5144767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3248025"/>
            <a:ext cx="2847975" cy="3619500"/>
          </a:xfrm>
          <a:prstGeom prst="roundRect">
            <a:avLst>
              <a:gd name="adj" fmla="val 2676"/>
            </a:avLst>
          </a:prstGeom>
          <a:solidFill>
            <a:srgbClr val="F7F8FD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7219950" y="27241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0" y="0"/>
                </a:moveTo>
                <a:lnTo>
                  <a:pt x="990600" y="9906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7" name="presenton-card_badge_label-slot-9 Placeholder Carrier"/>
          <p:cNvSpPr txBox="1"/>
          <p:nvPr>
            <p:ph type="body" idx="9"/>
          </p:nvPr>
        </p:nvSpPr>
        <p:spPr>
          <a:xfrm>
            <a:off x="6922070" y="3121023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resenton-card_title-slot-10 Placeholder Carrier"/>
          <p:cNvSpPr txBox="1"/>
          <p:nvPr>
            <p:ph type="title" idx="10"/>
          </p:nvPr>
        </p:nvSpPr>
        <p:spPr>
          <a:xfrm>
            <a:off x="7108780" y="451929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card_description-slot-11 Placeholder Carrier"/>
          <p:cNvSpPr txBox="1"/>
          <p:nvPr>
            <p:ph type="body" idx="11"/>
          </p:nvPr>
        </p:nvSpPr>
        <p:spPr>
          <a:xfrm>
            <a:off x="7374067" y="5144767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134475" y="3238500"/>
            <a:ext cx="2562225" cy="3629025"/>
          </a:xfrm>
          <a:prstGeom prst="roundRect">
            <a:avLst>
              <a:gd name="adj" fmla="val 2974"/>
            </a:avLst>
          </a:prstGeom>
          <a:solidFill>
            <a:srgbClr val="F7F8FD"/>
          </a:solidFill>
          <a:ln>
            <a:noFill/>
          </a:ln>
        </p:spPr>
      </p:sp>
      <p:sp>
        <p:nvSpPr>
          <p:cNvPr id="21" name="Line 21"/>
          <p:cNvSpPr/>
          <p:nvPr/>
        </p:nvSpPr>
        <p:spPr>
          <a:xfrm>
            <a:off x="9915525" y="27241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0" y="0"/>
                </a:moveTo>
                <a:lnTo>
                  <a:pt x="990600" y="9906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2" name="presenton-card_badge_label-slot-12 Placeholder Carrier"/>
          <p:cNvSpPr txBox="1"/>
          <p:nvPr>
            <p:ph type="body" idx="12"/>
          </p:nvPr>
        </p:nvSpPr>
        <p:spPr>
          <a:xfrm>
            <a:off x="9617645" y="3121023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3" name="presenton-card_title-slot-13 Placeholder Carrier"/>
          <p:cNvSpPr txBox="1"/>
          <p:nvPr>
            <p:ph type="title" idx="13"/>
          </p:nvPr>
        </p:nvSpPr>
        <p:spPr>
          <a:xfrm>
            <a:off x="9799592" y="451929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4" name="presenton-card_description-slot-14 Placeholder Carrier"/>
          <p:cNvSpPr txBox="1"/>
          <p:nvPr>
            <p:ph type="body" idx="14"/>
          </p:nvPr>
        </p:nvSpPr>
        <p:spPr>
          <a:xfrm>
            <a:off x="10060117" y="5144767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825734" y="-1896237"/>
            <a:ext cx="1172908" cy="3066288"/>
          </a:xfrm>
          <a:prstGeom prst="rect">
            <a:avLst/>
          </a:prstGeom>
          <a:noFill/>
          <a:ln>
            <a:noFill/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rcRect l="2164" t="0" r="2163" b="0"/>
          <a:stretch>
            <a:fillRect/>
          </a:stretch>
        </p:blipFill>
        <p:spPr>
          <a:xfrm>
            <a:off x="5072634" y="0"/>
            <a:ext cx="7119366" cy="4185761"/>
          </a:xfrm>
          <a:prstGeom prst="rect">
            <a:avLst/>
          </a:prstGeom>
        </p:spPr>
      </p:pic>
      <p:sp>
        <p:nvSpPr>
          <p:cNvPr id="27" name="Rectangle 27"/>
          <p:cNvSpPr/>
          <p:nvPr/>
        </p:nvSpPr>
        <p:spPr>
          <a:xfrm>
            <a:off x="-13049" y="4113181"/>
            <a:ext cx="2572131" cy="4922711"/>
          </a:xfrm>
          <a:prstGeom prst="rect">
            <a:avLst/>
          </a:prstGeom>
          <a:noFill/>
          <a:ln>
            <a:noFill/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3"/>
          <a:srcRect l="0" t="17828" r="0" b="17828"/>
          <a:stretch>
            <a:fillRect/>
          </a:stretch>
        </p:blipFill>
        <p:spPr>
          <a:xfrm>
            <a:off x="0" y="2927699"/>
            <a:ext cx="10859072" cy="3930301"/>
          </a:xfrm>
          <a:prstGeom prst="rect">
            <a:avLst/>
          </a:prstGeom>
        </p:spPr>
      </p:pic>
      <p:sp>
        <p:nvSpPr>
          <p:cNvPr id="29" name="presenton-page_marker-slot-17 Placeholder Carrier"/>
          <p:cNvSpPr txBox="1"/>
          <p:nvPr>
            <p:ph type="body" idx="17"/>
          </p:nvPr>
        </p:nvSpPr>
        <p:spPr>
          <a:xfrm>
            <a:off x="11653838" y="6304274"/>
            <a:ext cx="500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title-slot-1 Placeholder Carrier"/>
          <p:cNvSpPr txBox="1"/>
          <p:nvPr>
            <p:ph type="title" idx="1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paragraph-slot-2 Placeholder Carrier"/>
          <p:cNvSpPr txBox="1"/>
          <p:nvPr>
            <p:ph type="body" idx="2"/>
          </p:nvPr>
        </p:nvSpPr>
        <p:spPr>
          <a:xfrm>
            <a:off x="533686" y="216703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presenton-page_marker-slot-3 Placeholder Carrier"/>
          <p:cNvSpPr txBox="1"/>
          <p:nvPr>
            <p:ph type="body" idx="3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title-slot-1 Placeholder Carrier"/>
          <p:cNvSpPr txBox="1"/>
          <p:nvPr>
            <p:ph type="title" idx="1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lide_description-slot-2 Placeholder Carrier"/>
          <p:cNvSpPr txBox="1"/>
          <p:nvPr>
            <p:ph type="body" idx="2"/>
          </p:nvPr>
        </p:nvSpPr>
        <p:spPr>
          <a:xfrm>
            <a:off x="533686" y="20802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2" y="3881438"/>
            <a:ext cx="2021300" cy="2401348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68" y="3735324"/>
            <a:ext cx="1999869" cy="2540222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27" y="3353752"/>
            <a:ext cx="806482" cy="806482"/>
          </a:xfrm>
          <a:prstGeom prst="rect">
            <a:avLst/>
          </a:prstGeom>
        </p:spPr>
      </p:pic>
      <p:pic>
        <p:nvPicPr>
          <p:cNvPr id="8" name="presenton-image-slot-30 Placeholder Carrier"/>
          <p:cNvPicPr>
            <a:picLocks noChangeAspect="1"/>
          </p:cNvPicPr>
          <p:nvPr>
            <p:ph type="pic" idx="6"/>
          </p:nvPr>
        </p:nvPicPr>
        <p:blipFill>
          <a:blip r:embed="rId5"/>
          <a:stretch>
            <a:fillRect/>
          </a:stretch>
        </p:blipFill>
        <p:spPr>
          <a:xfrm>
            <a:off x="796862" y="3520630"/>
            <a:ext cx="482441" cy="482441"/>
          </a:xfrm>
          <a:prstGeom prst="rect">
            <a:avLst/>
          </a:prstGeom>
        </p:spPr>
      </p:pic>
      <p:sp>
        <p:nvSpPr>
          <p:cNvPr id="9" name="presenton-card_title-slot-7 Placeholder Carrier"/>
          <p:cNvSpPr txBox="1"/>
          <p:nvPr>
            <p:ph type="title" idx="7"/>
          </p:nvPr>
        </p:nvSpPr>
        <p:spPr>
          <a:xfrm>
            <a:off x="966121" y="506987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card_body-slot-8 Placeholder Carrier"/>
          <p:cNvSpPr txBox="1"/>
          <p:nvPr>
            <p:ph type="body" idx="8"/>
          </p:nvPr>
        </p:nvSpPr>
        <p:spPr>
          <a:xfrm>
            <a:off x="967454" y="5472498"/>
            <a:ext cx="532968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1409" y="3083909"/>
            <a:ext cx="2021300" cy="2401348"/>
          </a:xfrm>
          <a:prstGeom prst="rect">
            <a:avLst/>
          </a:prstGeom>
        </p:spPr>
      </p:pic>
      <p:pic>
        <p:nvPicPr>
          <p:cNvPr id="12" name="Imag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793" y="2937796"/>
            <a:ext cx="1999869" cy="2540222"/>
          </a:xfrm>
          <a:prstGeom prst="rect">
            <a:avLst/>
          </a:prstGeom>
        </p:spPr>
      </p:pic>
      <p:pic>
        <p:nvPicPr>
          <p:cNvPr id="13" name="Imag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490" y="2534602"/>
            <a:ext cx="806482" cy="806482"/>
          </a:xfrm>
          <a:prstGeom prst="rect">
            <a:avLst/>
          </a:prstGeom>
        </p:spPr>
      </p:pic>
      <p:pic>
        <p:nvPicPr>
          <p:cNvPr id="14" name="presenton-image-slot-34 Placeholder Carrier"/>
          <p:cNvPicPr>
            <a:picLocks noChangeAspect="1"/>
          </p:cNvPicPr>
          <p:nvPr>
            <p:ph type="pic" idx="12"/>
          </p:nvPr>
        </p:nvPicPr>
        <p:blipFill>
          <a:blip r:embed="rId9"/>
          <a:stretch>
            <a:fillRect/>
          </a:stretch>
        </p:blipFill>
        <p:spPr>
          <a:xfrm>
            <a:off x="2945987" y="2720912"/>
            <a:ext cx="482441" cy="482441"/>
          </a:xfrm>
          <a:prstGeom prst="rect">
            <a:avLst/>
          </a:prstGeom>
        </p:spPr>
      </p:pic>
      <p:sp>
        <p:nvSpPr>
          <p:cNvPr id="15" name="presenton-card_title-slot-13 Placeholder Carrier"/>
          <p:cNvSpPr txBox="1"/>
          <p:nvPr>
            <p:ph type="title" idx="13"/>
          </p:nvPr>
        </p:nvSpPr>
        <p:spPr>
          <a:xfrm>
            <a:off x="3153251" y="4272344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card_body-slot-14 Placeholder Carrier"/>
          <p:cNvSpPr txBox="1"/>
          <p:nvPr>
            <p:ph type="body" idx="14"/>
          </p:nvPr>
        </p:nvSpPr>
        <p:spPr>
          <a:xfrm>
            <a:off x="3154585" y="4674970"/>
            <a:ext cx="532968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0265" y="3881438"/>
            <a:ext cx="2021300" cy="2401348"/>
          </a:xfrm>
          <a:prstGeom prst="rect">
            <a:avLst/>
          </a:prstGeom>
        </p:spPr>
      </p:pic>
      <p:pic>
        <p:nvPicPr>
          <p:cNvPr id="18" name="Imag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0268" y="3735324"/>
            <a:ext cx="1999869" cy="2540222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8629" y="3431096"/>
            <a:ext cx="806482" cy="806482"/>
          </a:xfrm>
          <a:prstGeom prst="rect">
            <a:avLst/>
          </a:prstGeom>
        </p:spPr>
      </p:pic>
      <p:pic>
        <p:nvPicPr>
          <p:cNvPr id="20" name="presenton-image-slot-38 Placeholder Carrier"/>
          <p:cNvPicPr>
            <a:picLocks noChangeAspect="1"/>
          </p:cNvPicPr>
          <p:nvPr>
            <p:ph type="pic" idx="18"/>
          </p:nvPr>
        </p:nvPicPr>
        <p:blipFill>
          <a:blip r:embed="rId13"/>
          <a:stretch>
            <a:fillRect/>
          </a:stretch>
        </p:blipFill>
        <p:spPr>
          <a:xfrm>
            <a:off x="5193316" y="3597974"/>
            <a:ext cx="482441" cy="482441"/>
          </a:xfrm>
          <a:prstGeom prst="rect">
            <a:avLst/>
          </a:prstGeom>
        </p:spPr>
      </p:pic>
      <p:sp>
        <p:nvSpPr>
          <p:cNvPr id="21" name="presenton-card_title-slot-19 Placeholder Carrier"/>
          <p:cNvSpPr txBox="1"/>
          <p:nvPr>
            <p:ph type="title" idx="19"/>
          </p:nvPr>
        </p:nvSpPr>
        <p:spPr>
          <a:xfrm>
            <a:off x="5425821" y="506987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2" name="presenton-card_body-slot-20 Placeholder Carrier"/>
          <p:cNvSpPr txBox="1"/>
          <p:nvPr>
            <p:ph type="body" idx="20"/>
          </p:nvPr>
        </p:nvSpPr>
        <p:spPr>
          <a:xfrm>
            <a:off x="5427154" y="5472498"/>
            <a:ext cx="532968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1204" y="3083909"/>
            <a:ext cx="2021300" cy="2401348"/>
          </a:xfrm>
          <a:prstGeom prst="rect">
            <a:avLst/>
          </a:prstGeom>
        </p:spPr>
      </p:pic>
      <p:pic>
        <p:nvPicPr>
          <p:cNvPr id="24" name="Imag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7589" y="2937796"/>
            <a:ext cx="1999869" cy="2540222"/>
          </a:xfrm>
          <a:prstGeom prst="rect">
            <a:avLst/>
          </a:prstGeom>
        </p:spPr>
      </p:pic>
      <p:pic>
        <p:nvPicPr>
          <p:cNvPr id="25" name="Imag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5950" y="2622518"/>
            <a:ext cx="806482" cy="806482"/>
          </a:xfrm>
          <a:prstGeom prst="rect">
            <a:avLst/>
          </a:prstGeom>
        </p:spPr>
      </p:pic>
      <p:pic>
        <p:nvPicPr>
          <p:cNvPr id="26" name="presenton-image-slot-42 Placeholder Carrier"/>
          <p:cNvPicPr>
            <a:picLocks noChangeAspect="1"/>
          </p:cNvPicPr>
          <p:nvPr>
            <p:ph type="pic" idx="24"/>
          </p:nvPr>
        </p:nvPicPr>
        <p:blipFill>
          <a:blip r:embed="rId17"/>
          <a:stretch>
            <a:fillRect/>
          </a:stretch>
        </p:blipFill>
        <p:spPr>
          <a:xfrm>
            <a:off x="7380637" y="2808922"/>
            <a:ext cx="482441" cy="482441"/>
          </a:xfrm>
          <a:prstGeom prst="rect">
            <a:avLst/>
          </a:prstGeom>
        </p:spPr>
      </p:pic>
      <p:sp>
        <p:nvSpPr>
          <p:cNvPr id="27" name="presenton-card_title-slot-25 Placeholder Carrier"/>
          <p:cNvSpPr txBox="1"/>
          <p:nvPr>
            <p:ph type="title" idx="25"/>
          </p:nvPr>
        </p:nvSpPr>
        <p:spPr>
          <a:xfrm>
            <a:off x="7613047" y="4272344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8" name="presenton-card_body-slot-26 Placeholder Carrier"/>
          <p:cNvSpPr txBox="1"/>
          <p:nvPr>
            <p:ph type="body" idx="26"/>
          </p:nvPr>
        </p:nvSpPr>
        <p:spPr>
          <a:xfrm>
            <a:off x="7614380" y="4674970"/>
            <a:ext cx="532968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49968" y="3735324"/>
            <a:ext cx="1999869" cy="2540222"/>
          </a:xfrm>
          <a:prstGeom prst="rect">
            <a:avLst/>
          </a:prstGeom>
        </p:spPr>
      </p:pic>
      <p:pic>
        <p:nvPicPr>
          <p:cNvPr id="30" name="Imag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12344" y="3901916"/>
            <a:ext cx="2021300" cy="2401348"/>
          </a:xfrm>
          <a:prstGeom prst="rect">
            <a:avLst/>
          </a:prstGeom>
        </p:spPr>
      </p:pic>
      <p:pic>
        <p:nvPicPr>
          <p:cNvPr id="31" name="Imag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72708" y="3435382"/>
            <a:ext cx="806482" cy="806482"/>
          </a:xfrm>
          <a:prstGeom prst="rect">
            <a:avLst/>
          </a:prstGeom>
        </p:spPr>
      </p:pic>
      <p:pic>
        <p:nvPicPr>
          <p:cNvPr id="32" name="presenton-image-slot-46 Placeholder Carrier"/>
          <p:cNvPicPr>
            <a:picLocks noChangeAspect="1"/>
          </p:cNvPicPr>
          <p:nvPr>
            <p:ph type="pic" idx="30"/>
          </p:nvPr>
        </p:nvPicPr>
        <p:blipFill>
          <a:blip r:embed="rId21"/>
          <a:stretch>
            <a:fillRect/>
          </a:stretch>
        </p:blipFill>
        <p:spPr>
          <a:xfrm>
            <a:off x="9642158" y="3602260"/>
            <a:ext cx="482441" cy="482441"/>
          </a:xfrm>
          <a:prstGeom prst="rect">
            <a:avLst/>
          </a:prstGeom>
        </p:spPr>
      </p:pic>
      <p:sp>
        <p:nvSpPr>
          <p:cNvPr id="33" name="presenton-card_title-slot-31 Placeholder Carrier"/>
          <p:cNvSpPr txBox="1"/>
          <p:nvPr>
            <p:ph type="title" idx="31"/>
          </p:nvPr>
        </p:nvSpPr>
        <p:spPr>
          <a:xfrm>
            <a:off x="9879330" y="4607624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34" name="presenton-card_body-slot-32 Placeholder Carrier"/>
          <p:cNvSpPr txBox="1"/>
          <p:nvPr>
            <p:ph type="body" idx="32"/>
          </p:nvPr>
        </p:nvSpPr>
        <p:spPr>
          <a:xfrm>
            <a:off x="9861614" y="5007964"/>
            <a:ext cx="532968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856690" y="-1929194"/>
            <a:ext cx="1953863" cy="5925121"/>
          </a:xfrm>
          <a:prstGeom prst="rect">
            <a:avLst/>
          </a:prstGeom>
          <a:noFill/>
          <a:ln>
            <a:noFill/>
          </a:ln>
        </p:spPr>
      </p:sp>
      <p:pic>
        <p:nvPicPr>
          <p:cNvPr id="36" name="Image 36"/>
          <p:cNvPicPr>
            <a:picLocks noChangeAspect="1"/>
          </p:cNvPicPr>
          <p:nvPr/>
        </p:nvPicPr>
        <p:blipFill>
          <a:blip r:embed="rId22"/>
          <a:srcRect l="5560" t="0" r="5560" b="0"/>
          <a:stretch>
            <a:fillRect/>
          </a:stretch>
        </p:blipFill>
        <p:spPr>
          <a:xfrm>
            <a:off x="1355693" y="0"/>
            <a:ext cx="10836307" cy="6858000"/>
          </a:xfrm>
          <a:prstGeom prst="rect">
            <a:avLst/>
          </a:prstGeom>
        </p:spPr>
      </p:pic>
      <p:sp>
        <p:nvSpPr>
          <p:cNvPr id="37" name="presenton-page_marker-slot-34 Placeholder Carrier"/>
          <p:cNvSpPr txBox="1"/>
          <p:nvPr>
            <p:ph type="body" idx="34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10877169" y="-1798892"/>
            <a:ext cx="1953863" cy="41570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1894" t="0" r="1895" b="0"/>
          <a:stretch>
            <a:fillRect/>
          </a:stretch>
        </p:blipFill>
        <p:spPr>
          <a:xfrm>
            <a:off x="461962" y="0"/>
            <a:ext cx="11730038" cy="6858000"/>
          </a:xfrm>
          <a:prstGeom prst="rect">
            <a:avLst/>
          </a:prstGeom>
        </p:spPr>
      </p:pic>
      <p:sp>
        <p:nvSpPr>
          <p:cNvPr id="5" name="presenton-main_title-slot-2 Placeholder Carrier"/>
          <p:cNvSpPr txBox="1"/>
          <p:nvPr>
            <p:ph type="title" idx="2"/>
          </p:nvPr>
        </p:nvSpPr>
        <p:spPr>
          <a:xfrm>
            <a:off x="3723883" y="1330185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btitle-slot-3 Placeholder Carrier"/>
          <p:cNvSpPr txBox="1"/>
          <p:nvPr>
            <p:ph type="title" idx="3"/>
          </p:nvPr>
        </p:nvSpPr>
        <p:spPr>
          <a:xfrm>
            <a:off x="5688787" y="2061210"/>
            <a:ext cx="814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7" name="presenton-image-slot-49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0" t="5542" r="0" b="5541"/>
          <a:stretch>
            <a:fillRect/>
          </a:stretch>
        </p:blipFill>
        <p:spPr>
          <a:xfrm>
            <a:off x="500348" y="2468404"/>
            <a:ext cx="4318730" cy="2880074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2517934" y="3519868"/>
            <a:ext cx="2711006" cy="1848136"/>
          </a:xfrm>
          <a:prstGeom prst="roundRect">
            <a:avLst>
              <a:gd name="adj" fmla="val 3608"/>
            </a:avLst>
          </a:prstGeom>
          <a:solidFill>
            <a:srgbClr val="263FBC"/>
          </a:solidFill>
          <a:ln>
            <a:noFill/>
          </a:ln>
        </p:spPr>
      </p:sp>
      <p:sp>
        <p:nvSpPr>
          <p:cNvPr id="9" name="presenton-metric_value-slot-5 Placeholder Carrier"/>
          <p:cNvSpPr txBox="1"/>
          <p:nvPr>
            <p:ph type="body" idx="5"/>
          </p:nvPr>
        </p:nvSpPr>
        <p:spPr>
          <a:xfrm>
            <a:off x="2762444" y="3946003"/>
            <a:ext cx="2509838" cy="7039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metric_label-slot-6 Placeholder Carrier"/>
          <p:cNvSpPr txBox="1"/>
          <p:nvPr>
            <p:ph type="body" idx="6"/>
          </p:nvPr>
        </p:nvSpPr>
        <p:spPr>
          <a:xfrm>
            <a:off x="2773954" y="4713989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metric_detail-slot-7 Placeholder Carrier"/>
          <p:cNvSpPr txBox="1"/>
          <p:nvPr>
            <p:ph type="body" idx="7"/>
          </p:nvPr>
        </p:nvSpPr>
        <p:spPr>
          <a:xfrm>
            <a:off x="2774632" y="4932998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card_heading-slot-8 Placeholder Carrier"/>
          <p:cNvSpPr txBox="1"/>
          <p:nvPr>
            <p:ph type="title" idx="8"/>
          </p:nvPr>
        </p:nvSpPr>
        <p:spPr>
          <a:xfrm>
            <a:off x="745575" y="5434932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card_description-slot-9 Placeholder Carrier"/>
          <p:cNvSpPr txBox="1"/>
          <p:nvPr>
            <p:ph type="body" idx="9"/>
          </p:nvPr>
        </p:nvSpPr>
        <p:spPr>
          <a:xfrm>
            <a:off x="748962" y="5745699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page_marker_text-slot-10 Placeholder Carrier"/>
          <p:cNvSpPr txBox="1"/>
          <p:nvPr>
            <p:ph type="body" idx="10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-slot-1 Placeholder Carrier"/>
          <p:cNvSpPr txBox="1"/>
          <p:nvPr>
            <p:ph type="title" idx="1"/>
          </p:nvPr>
        </p:nvSpPr>
        <p:spPr>
          <a:xfrm>
            <a:off x="520732" y="144143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pporting_paragraph-slot-2 Placeholder Carrier"/>
          <p:cNvSpPr txBox="1"/>
          <p:nvPr>
            <p:ph type="body" idx="2"/>
          </p:nvPr>
        </p:nvSpPr>
        <p:spPr>
          <a:xfrm>
            <a:off x="533686" y="283264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6229255" y="433768"/>
            <a:ext cx="5603843" cy="5065871"/>
          </a:xfrm>
          <a:prstGeom prst="rect">
            <a:avLst/>
          </a:prstGeom>
          <a:solidFill>
            <a:srgbClr val="F6F7FC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39782" y="5774246"/>
            <a:ext cx="674084" cy="9525"/>
          </a:xfrm>
          <a:custGeom>
            <a:avLst/>
            <a:gdLst/>
            <a:ahLst/>
            <a:cxnLst/>
            <a:rect l="l" t="t" r="r" b="b"/>
            <a:pathLst>
              <a:path w="674084" h="9525">
                <a:moveTo>
                  <a:pt x="0" y="0"/>
                </a:moveTo>
                <a:lnTo>
                  <a:pt x="674084" y="0"/>
                </a:lnTo>
              </a:path>
            </a:pathLst>
          </a:custGeom>
          <a:noFill/>
          <a:ln w="50768">
            <a:solidFill>
              <a:srgbClr val="4864C2"/>
            </a:solidFill>
          </a:ln>
        </p:spPr>
      </p:sp>
      <p:sp>
        <p:nvSpPr>
          <p:cNvPr id="7" name="presenton-footer_callout_text-slot-3 Placeholder Carrier"/>
          <p:cNvSpPr txBox="1"/>
          <p:nvPr>
            <p:ph type="body" idx="3"/>
          </p:nvPr>
        </p:nvSpPr>
        <p:spPr>
          <a:xfrm>
            <a:off x="533011" y="6045951"/>
            <a:ext cx="927276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page_number-slot-4 Placeholder Carrier"/>
          <p:cNvSpPr txBox="1"/>
          <p:nvPr>
            <p:ph type="body" idx="4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title-slot-1 Placeholder Carrier"/>
          <p:cNvSpPr txBox="1"/>
          <p:nvPr>
            <p:ph type="title" idx="1"/>
          </p:nvPr>
        </p:nvSpPr>
        <p:spPr>
          <a:xfrm>
            <a:off x="520732" y="144143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summary-slot-2 Placeholder Carrier"/>
          <p:cNvSpPr txBox="1"/>
          <p:nvPr>
            <p:ph type="body" idx="2"/>
          </p:nvPr>
        </p:nvSpPr>
        <p:spPr>
          <a:xfrm>
            <a:off x="533686" y="2810446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presenton-card_heading-slot-3 Placeholder Carrier"/>
          <p:cNvSpPr txBox="1"/>
          <p:nvPr>
            <p:ph type="title" idx="3"/>
          </p:nvPr>
        </p:nvSpPr>
        <p:spPr>
          <a:xfrm>
            <a:off x="533008" y="3653190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card_body-slot-4 Placeholder Carrier"/>
          <p:cNvSpPr txBox="1"/>
          <p:nvPr>
            <p:ph type="body" idx="4"/>
          </p:nvPr>
        </p:nvSpPr>
        <p:spPr>
          <a:xfrm>
            <a:off x="535019" y="3880161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7179469" y="214884"/>
            <a:ext cx="4652962" cy="5976366"/>
          </a:xfrm>
          <a:prstGeom prst="rect">
            <a:avLst/>
          </a:prstGeom>
          <a:solidFill>
            <a:srgbClr val="F6F7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-849916" y="4403979"/>
            <a:ext cx="3231737" cy="5295519"/>
          </a:xfrm>
          <a:prstGeom prst="rect">
            <a:avLst/>
          </a:prstGeom>
          <a:noFill/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rcRect l="0" t="14763" r="0" b="14763"/>
          <a:stretch>
            <a:fillRect/>
          </a:stretch>
        </p:blipFill>
        <p:spPr>
          <a:xfrm>
            <a:off x="0" y="2024920"/>
            <a:ext cx="12192000" cy="4833080"/>
          </a:xfrm>
          <a:prstGeom prst="rect">
            <a:avLst/>
          </a:prstGeom>
        </p:spPr>
      </p:pic>
      <p:sp>
        <p:nvSpPr>
          <p:cNvPr id="10" name="presenton-page_marker-slot-6 Placeholder Carrier"/>
          <p:cNvSpPr txBox="1"/>
          <p:nvPr>
            <p:ph type="body" idx="6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headline_text-slot-1 Placeholder Carrier"/>
          <p:cNvSpPr txBox="1"/>
          <p:nvPr>
            <p:ph type="title" idx="1"/>
          </p:nvPr>
        </p:nvSpPr>
        <p:spPr>
          <a:xfrm>
            <a:off x="4133218" y="1305878"/>
            <a:ext cx="3933947" cy="1076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5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Rectangle 4"/>
          <p:cNvSpPr/>
          <p:nvPr/>
        </p:nvSpPr>
        <p:spPr>
          <a:xfrm>
            <a:off x="685800" y="2171700"/>
            <a:ext cx="5257800" cy="2009775"/>
          </a:xfrm>
          <a:prstGeom prst="roundRect">
            <a:avLst>
              <a:gd name="adj" fmla="val 3791"/>
            </a:avLst>
          </a:prstGeom>
          <a:solidFill>
            <a:srgbClr val="F5F6FB"/>
          </a:solidFill>
          <a:ln>
            <a:noFill/>
          </a:ln>
        </p:spPr>
      </p:sp>
      <p:sp>
        <p:nvSpPr>
          <p:cNvPr id="5" name="presenton-card_title_text-slot-2 Placeholder Carrier"/>
          <p:cNvSpPr txBox="1"/>
          <p:nvPr>
            <p:ph type="title" idx="2"/>
          </p:nvPr>
        </p:nvSpPr>
        <p:spPr>
          <a:xfrm>
            <a:off x="2412576" y="2568578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card_description_text-slot-3 Placeholder Carrier"/>
          <p:cNvSpPr txBox="1"/>
          <p:nvPr>
            <p:ph type="body" idx="3"/>
          </p:nvPr>
        </p:nvSpPr>
        <p:spPr>
          <a:xfrm>
            <a:off x="2414588" y="2884799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Line 7"/>
          <p:cNvSpPr/>
          <p:nvPr/>
        </p:nvSpPr>
        <p:spPr>
          <a:xfrm>
            <a:off x="2419350" y="3238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9525">
            <a:solidFill>
              <a:srgbClr val="2745BF"/>
            </a:solidFill>
          </a:ln>
        </p:spPr>
      </p:sp>
      <p:sp>
        <p:nvSpPr>
          <p:cNvPr id="8" name="presenton-legend_label_text-slot-4 Placeholder Carrier"/>
          <p:cNvSpPr txBox="1"/>
          <p:nvPr>
            <p:ph type="body" idx="4"/>
          </p:nvPr>
        </p:nvSpPr>
        <p:spPr>
          <a:xfrm>
            <a:off x="2614612" y="3227699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3848100" y="3238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9525">
            <a:solidFill>
              <a:srgbClr val="4F68C4"/>
            </a:solidFill>
          </a:ln>
        </p:spPr>
      </p:sp>
      <p:sp>
        <p:nvSpPr>
          <p:cNvPr id="10" name="presenton-legend_label_text-slot-5 Placeholder Carrier"/>
          <p:cNvSpPr txBox="1"/>
          <p:nvPr>
            <p:ph type="body" idx="5"/>
          </p:nvPr>
        </p:nvSpPr>
        <p:spPr>
          <a:xfrm>
            <a:off x="4043362" y="3227699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Line 11"/>
          <p:cNvSpPr/>
          <p:nvPr/>
        </p:nvSpPr>
        <p:spPr>
          <a:xfrm>
            <a:off x="2419350" y="35004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9525">
            <a:solidFill>
              <a:srgbClr val="7D92D8"/>
            </a:solidFill>
          </a:ln>
        </p:spPr>
      </p:sp>
      <p:sp>
        <p:nvSpPr>
          <p:cNvPr id="12" name="presenton-legend_label_text-slot-6 Placeholder Carrier"/>
          <p:cNvSpPr txBox="1"/>
          <p:nvPr>
            <p:ph type="body" idx="6"/>
          </p:nvPr>
        </p:nvSpPr>
        <p:spPr>
          <a:xfrm>
            <a:off x="2614612" y="3489636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Line 13"/>
          <p:cNvSpPr/>
          <p:nvPr/>
        </p:nvSpPr>
        <p:spPr>
          <a:xfrm>
            <a:off x="3848100" y="35004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9525">
            <a:solidFill>
              <a:srgbClr val="D1DAF1"/>
            </a:solidFill>
          </a:ln>
        </p:spPr>
      </p:sp>
      <p:sp>
        <p:nvSpPr>
          <p:cNvPr id="14" name="presenton-legend_label_text-slot-7 Placeholder Carrier"/>
          <p:cNvSpPr txBox="1"/>
          <p:nvPr>
            <p:ph type="body" idx="7"/>
          </p:nvPr>
        </p:nvSpPr>
        <p:spPr>
          <a:xfrm>
            <a:off x="4043362" y="3489636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pagination_text-slot-8 Placeholder Carrier"/>
          <p:cNvSpPr txBox="1"/>
          <p:nvPr>
            <p:ph type="body" idx="8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title-slot-1 Placeholder Carrier"/>
          <p:cNvSpPr txBox="1"/>
          <p:nvPr>
            <p:ph type="title" idx="1"/>
          </p:nvPr>
        </p:nvSpPr>
        <p:spPr>
          <a:xfrm>
            <a:off x="520732" y="1374458"/>
            <a:ext cx="4355120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1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description-slot-2 Placeholder Carrier"/>
          <p:cNvSpPr txBox="1"/>
          <p:nvPr>
            <p:ph type="body" idx="2"/>
          </p:nvPr>
        </p:nvSpPr>
        <p:spPr>
          <a:xfrm>
            <a:off x="533686" y="2038445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39782" y="2819400"/>
            <a:ext cx="5556218" cy="3836384"/>
          </a:xfrm>
          <a:prstGeom prst="roundRect">
            <a:avLst>
              <a:gd name="adj" fmla="val 993"/>
            </a:avLst>
          </a:prstGeom>
          <a:solidFill>
            <a:srgbClr val="F5F6FC"/>
          </a:solidFill>
          <a:ln>
            <a:noFill/>
          </a:ln>
        </p:spPr>
      </p:sp>
      <p:sp>
        <p:nvSpPr>
          <p:cNvPr id="6" name="presenton-section_heading-slot-3 Placeholder Carrier"/>
          <p:cNvSpPr txBox="1"/>
          <p:nvPr>
            <p:ph type="title" idx="3"/>
          </p:nvPr>
        </p:nvSpPr>
        <p:spPr>
          <a:xfrm>
            <a:off x="6423908" y="3195304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note_label-slot-4 Placeholder Carrier"/>
          <p:cNvSpPr txBox="1"/>
          <p:nvPr>
            <p:ph type="body" idx="4"/>
          </p:nvPr>
        </p:nvSpPr>
        <p:spPr>
          <a:xfrm>
            <a:off x="6134100" y="3658934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note_description-slot-5 Placeholder Carrier"/>
          <p:cNvSpPr txBox="1"/>
          <p:nvPr>
            <p:ph type="body" idx="5"/>
          </p:nvPr>
        </p:nvSpPr>
        <p:spPr>
          <a:xfrm>
            <a:off x="6427280" y="3658934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Rectangle 9"/>
          <p:cNvSpPr/>
          <p:nvPr/>
        </p:nvSpPr>
        <p:spPr>
          <a:xfrm>
            <a:off x="10877169" y="-1798892"/>
            <a:ext cx="1953863" cy="4157091"/>
          </a:xfrm>
          <a:prstGeom prst="rect">
            <a:avLst/>
          </a:prstGeom>
          <a:noFill/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rcRect l="1894" t="0" r="1895" b="0"/>
          <a:stretch>
            <a:fillRect/>
          </a:stretch>
        </p:blipFill>
        <p:spPr>
          <a:xfrm>
            <a:off x="461962" y="0"/>
            <a:ext cx="11730038" cy="6858000"/>
          </a:xfrm>
          <a:prstGeom prst="rect">
            <a:avLst/>
          </a:prstGeom>
        </p:spPr>
      </p:pic>
      <p:sp>
        <p:nvSpPr>
          <p:cNvPr id="11" name="presenton-footer_marker_text-slot-7 Placeholder Carrier"/>
          <p:cNvSpPr txBox="1"/>
          <p:nvPr>
            <p:ph type="body" idx="7"/>
          </p:nvPr>
        </p:nvSpPr>
        <p:spPr>
          <a:xfrm>
            <a:off x="11647456" y="6316942"/>
            <a:ext cx="506444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10877169" y="-1798892"/>
            <a:ext cx="1953863" cy="41570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1894" t="0" r="1895" b="0"/>
          <a:stretch>
            <a:fillRect/>
          </a:stretch>
        </p:blipFill>
        <p:spPr>
          <a:xfrm>
            <a:off x="461962" y="0"/>
            <a:ext cx="11730038" cy="6858000"/>
          </a:xfrm>
          <a:prstGeom prst="rect">
            <a:avLst/>
          </a:prstGeom>
        </p:spPr>
      </p:pic>
      <p:sp>
        <p:nvSpPr>
          <p:cNvPr id="5" name="presenton-page_marker-slot-2 Placeholder Carrier"/>
          <p:cNvSpPr txBox="1"/>
          <p:nvPr>
            <p:ph type="body" idx="2"/>
          </p:nvPr>
        </p:nvSpPr>
        <p:spPr>
          <a:xfrm>
            <a:off x="11641169" y="6304274"/>
            <a:ext cx="512731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resenton-main_heading-slot-3 Placeholder Carrier"/>
          <p:cNvSpPr txBox="1"/>
          <p:nvPr>
            <p:ph type="title" idx="3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intro_description-slot-4 Placeholder Carrier"/>
          <p:cNvSpPr txBox="1"/>
          <p:nvPr>
            <p:ph type="body" idx="4"/>
          </p:nvPr>
        </p:nvSpPr>
        <p:spPr>
          <a:xfrm>
            <a:off x="533686" y="2038445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541687" y="2721483"/>
            <a:ext cx="3454432" cy="3657600"/>
          </a:xfrm>
          <a:prstGeom prst="roundRect">
            <a:avLst>
              <a:gd name="adj" fmla="val 1103"/>
            </a:avLst>
          </a:prstGeom>
          <a:solidFill>
            <a:srgbClr val="F3F5FB"/>
          </a:solidFill>
          <a:ln>
            <a:noFill/>
          </a:ln>
        </p:spPr>
      </p:sp>
      <p:sp>
        <p:nvSpPr>
          <p:cNvPr id="9" name="presenton-card_heading-slot-5 Placeholder Carrier"/>
          <p:cNvSpPr txBox="1"/>
          <p:nvPr>
            <p:ph type="title" idx="5"/>
          </p:nvPr>
        </p:nvSpPr>
        <p:spPr>
          <a:xfrm>
            <a:off x="1582588" y="2746886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</p:spTree>
  </p:cSld>
  <p:clrMapOvr>
    <a:masterClrMapping/>
  </p:clrMapOvr>
  <p:transition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title-slot-1 Placeholder Carrier"/>
          <p:cNvSpPr txBox="1"/>
          <p:nvPr>
            <p:ph type="title" idx="1"/>
          </p:nvPr>
        </p:nvSpPr>
        <p:spPr>
          <a:xfrm>
            <a:off x="4109455" y="597141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lide_subtitle-slot-2 Placeholder Carrier"/>
          <p:cNvSpPr txBox="1"/>
          <p:nvPr>
            <p:ph type="title" idx="2"/>
          </p:nvPr>
        </p:nvSpPr>
        <p:spPr>
          <a:xfrm>
            <a:off x="5708171" y="1500664"/>
            <a:ext cx="814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82" y="2233422"/>
            <a:ext cx="4445032" cy="4445032"/>
          </a:xfrm>
          <a:prstGeom prst="rect">
            <a:avLst/>
          </a:prstGeom>
        </p:spPr>
      </p:pic>
      <p:sp>
        <p:nvSpPr>
          <p:cNvPr id="6" name="presenton-outer_metric_label-slot-4 Placeholder Carrier"/>
          <p:cNvSpPr txBox="1"/>
          <p:nvPr>
            <p:ph type="body" idx="4"/>
          </p:nvPr>
        </p:nvSpPr>
        <p:spPr>
          <a:xfrm>
            <a:off x="2290702" y="283918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outer_metric_value-slot-5 Placeholder Carrier"/>
          <p:cNvSpPr txBox="1"/>
          <p:nvPr>
            <p:ph type="body" idx="5"/>
          </p:nvPr>
        </p:nvSpPr>
        <p:spPr>
          <a:xfrm>
            <a:off x="2159221" y="3052062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iddle_metric_label-slot-6 Placeholder Carrier"/>
          <p:cNvSpPr txBox="1"/>
          <p:nvPr>
            <p:ph type="body" idx="6"/>
          </p:nvPr>
        </p:nvSpPr>
        <p:spPr>
          <a:xfrm>
            <a:off x="2295465" y="4187638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middle_metric_value-slot-7 Placeholder Carrier"/>
          <p:cNvSpPr txBox="1"/>
          <p:nvPr>
            <p:ph type="body" idx="7"/>
          </p:nvPr>
        </p:nvSpPr>
        <p:spPr>
          <a:xfrm>
            <a:off x="2159126" y="4429473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inner_metric_label-slot-8 Placeholder Carrier"/>
          <p:cNvSpPr txBox="1"/>
          <p:nvPr>
            <p:ph type="body" idx="8"/>
          </p:nvPr>
        </p:nvSpPr>
        <p:spPr>
          <a:xfrm>
            <a:off x="2298656" y="556495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inner_metric_value-slot-9 Placeholder Carrier"/>
          <p:cNvSpPr txBox="1"/>
          <p:nvPr>
            <p:ph type="body" idx="9"/>
          </p:nvPr>
        </p:nvSpPr>
        <p:spPr>
          <a:xfrm>
            <a:off x="2159221" y="5806788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Line 12"/>
          <p:cNvSpPr/>
          <p:nvPr/>
        </p:nvSpPr>
        <p:spPr>
          <a:xfrm>
            <a:off x="3257074" y="3090672"/>
            <a:ext cx="2267426" cy="9525"/>
          </a:xfrm>
          <a:custGeom>
            <a:avLst/>
            <a:gdLst/>
            <a:ahLst/>
            <a:cxnLst/>
            <a:rect l="l" t="t" r="r" b="b"/>
            <a:pathLst>
              <a:path w="2267426" h="9525">
                <a:moveTo>
                  <a:pt x="0" y="0"/>
                </a:moveTo>
                <a:lnTo>
                  <a:pt x="2267426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3" name="Line 13"/>
          <p:cNvSpPr/>
          <p:nvPr/>
        </p:nvSpPr>
        <p:spPr>
          <a:xfrm>
            <a:off x="3257074" y="4412075"/>
            <a:ext cx="2267426" cy="9525"/>
          </a:xfrm>
          <a:custGeom>
            <a:avLst/>
            <a:gdLst/>
            <a:ahLst/>
            <a:cxnLst/>
            <a:rect l="l" t="t" r="r" b="b"/>
            <a:pathLst>
              <a:path w="2267426" h="9525">
                <a:moveTo>
                  <a:pt x="0" y="0"/>
                </a:moveTo>
                <a:lnTo>
                  <a:pt x="2267426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4" name="Line 14"/>
          <p:cNvSpPr/>
          <p:nvPr/>
        </p:nvSpPr>
        <p:spPr>
          <a:xfrm>
            <a:off x="3361087" y="5713095"/>
            <a:ext cx="2267426" cy="9525"/>
          </a:xfrm>
          <a:custGeom>
            <a:avLst/>
            <a:gdLst/>
            <a:ahLst/>
            <a:cxnLst/>
            <a:rect l="l" t="t" r="r" b="b"/>
            <a:pathLst>
              <a:path w="2267426" h="9525">
                <a:moveTo>
                  <a:pt x="0" y="0"/>
                </a:moveTo>
                <a:lnTo>
                  <a:pt x="2267426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5" name="presenton-section_heading-slot-10 Placeholder Carrier"/>
          <p:cNvSpPr txBox="1"/>
          <p:nvPr>
            <p:ph type="title" idx="10"/>
          </p:nvPr>
        </p:nvSpPr>
        <p:spPr>
          <a:xfrm>
            <a:off x="5678954" y="3030917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section_body-slot-11 Placeholder Carrier"/>
          <p:cNvSpPr txBox="1"/>
          <p:nvPr>
            <p:ph type="body" idx="11"/>
          </p:nvPr>
        </p:nvSpPr>
        <p:spPr>
          <a:xfrm>
            <a:off x="5682341" y="3341684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section_heading-slot-12 Placeholder Carrier"/>
          <p:cNvSpPr txBox="1"/>
          <p:nvPr>
            <p:ph type="title" idx="12"/>
          </p:nvPr>
        </p:nvSpPr>
        <p:spPr>
          <a:xfrm>
            <a:off x="5678954" y="430955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section_body-slot-13 Placeholder Carrier"/>
          <p:cNvSpPr txBox="1"/>
          <p:nvPr>
            <p:ph type="body" idx="13"/>
          </p:nvPr>
        </p:nvSpPr>
        <p:spPr>
          <a:xfrm>
            <a:off x="5682341" y="4620320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section_heading-slot-14 Placeholder Carrier"/>
          <p:cNvSpPr txBox="1"/>
          <p:nvPr>
            <p:ph type="title" idx="14"/>
          </p:nvPr>
        </p:nvSpPr>
        <p:spPr>
          <a:xfrm>
            <a:off x="5678954" y="5588189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section_body-slot-15 Placeholder Carrier"/>
          <p:cNvSpPr txBox="1"/>
          <p:nvPr>
            <p:ph type="body" idx="15"/>
          </p:nvPr>
        </p:nvSpPr>
        <p:spPr>
          <a:xfrm>
            <a:off x="5682341" y="589895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resenton-page_marker-slot-16 Placeholder Carrier"/>
          <p:cNvSpPr txBox="1"/>
          <p:nvPr>
            <p:ph type="body" idx="16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1283601" y="-926211"/>
            <a:ext cx="1953863" cy="4157091"/>
          </a:xfrm>
          <a:prstGeom prst="rect">
            <a:avLst/>
          </a:prstGeom>
          <a:noFill/>
          <a:ln>
            <a:noFill/>
          </a:ln>
        </p:spPr>
      </p:sp>
      <p:pic>
        <p:nvPicPr>
          <p:cNvPr id="23" name="Image 23"/>
          <p:cNvPicPr>
            <a:picLocks noChangeAspect="1"/>
          </p:cNvPicPr>
          <p:nvPr/>
        </p:nvPicPr>
        <p:blipFill>
          <a:blip r:embed="rId3"/>
          <a:srcRect l="3562" t="0" r="3561" b="0"/>
          <a:stretch>
            <a:fillRect/>
          </a:stretch>
        </p:blipFill>
        <p:spPr>
          <a:xfrm>
            <a:off x="868394" y="0"/>
            <a:ext cx="11323606" cy="68580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9792367" y="-2340197"/>
            <a:ext cx="1963864" cy="574586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-380809" y="4563237"/>
            <a:ext cx="2572131" cy="4922711"/>
          </a:xfrm>
          <a:prstGeom prst="rect">
            <a:avLst/>
          </a:prstGeom>
          <a:noFill/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21512" r="0" b="21512"/>
          <a:stretch>
            <a:fillRect/>
          </a:stretch>
        </p:blipFill>
        <p:spPr>
          <a:xfrm>
            <a:off x="0" y="3377756"/>
            <a:ext cx="10859072" cy="3480244"/>
          </a:xfrm>
          <a:prstGeom prst="rect">
            <a:avLst/>
          </a:prstGeom>
        </p:spPr>
      </p:pic>
      <p:sp>
        <p:nvSpPr>
          <p:cNvPr id="7" name="presenton-main_title-slot-3 Placeholder Carrier"/>
          <p:cNvSpPr txBox="1"/>
          <p:nvPr>
            <p:ph type="title" idx="3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755" y="2776252"/>
            <a:ext cx="6438519" cy="3188970"/>
          </a:xfrm>
          <a:prstGeom prst="rect">
            <a:avLst/>
          </a:prstGeom>
        </p:spPr>
      </p:pic>
      <p:pic>
        <p:nvPicPr>
          <p:cNvPr id="9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534" y="2663000"/>
            <a:ext cx="7823740" cy="319992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20732" y="2953960"/>
            <a:ext cx="1025067" cy="2559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30" dirty="0">
                <a:solidFill>
                  <a:srgbClr val="1A3DB3"/>
                </a:solidFill>
                <a:latin typeface="Anton"/>
                <a:ea typeface="Anton"/>
                <a:cs typeface="Anton"/>
              </a:rPr>
              <a:t>“</a:t>
            </a:r>
          </a:p>
        </p:txBody>
      </p:sp>
      <p:sp>
        <p:nvSpPr>
          <p:cNvPr id="11" name="presenton-quote_body_text-slot-7 Placeholder Carrier"/>
          <p:cNvSpPr txBox="1"/>
          <p:nvPr>
            <p:ph type="body" idx="7"/>
          </p:nvPr>
        </p:nvSpPr>
        <p:spPr>
          <a:xfrm>
            <a:off x="2009927" y="3652599"/>
            <a:ext cx="1149548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quote_author_text-slot-8 Placeholder Carrier"/>
          <p:cNvSpPr txBox="1"/>
          <p:nvPr>
            <p:ph type="body" idx="8"/>
          </p:nvPr>
        </p:nvSpPr>
        <p:spPr>
          <a:xfrm>
            <a:off x="3156642" y="4665583"/>
            <a:ext cx="1206145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3" name="presenton-image-slot-59 Placeholder Carrier"/>
          <p:cNvPicPr>
            <a:picLocks noChangeAspect="1"/>
          </p:cNvPicPr>
          <p:nvPr>
            <p:ph type="pic" idx="9"/>
          </p:nvPr>
        </p:nvPicPr>
        <p:blipFill>
          <a:blip r:embed="rId6"/>
          <a:srcRect l="14164" t="0" r="14165" b="0"/>
          <a:stretch>
            <a:fillRect/>
          </a:stretch>
        </p:blipFill>
        <p:spPr>
          <a:xfrm>
            <a:off x="6074188" y="2641568"/>
            <a:ext cx="3545967" cy="3710654"/>
          </a:xfrm>
          <a:prstGeom prst="rect">
            <a:avLst/>
          </a:prstGeom>
        </p:spPr>
      </p:pic>
      <p:sp>
        <p:nvSpPr>
          <p:cNvPr id="14" name="presenton-page_marker-slot-10 Placeholder Carrier"/>
          <p:cNvSpPr txBox="1"/>
          <p:nvPr>
            <p:ph type="body" idx="10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39782" y="539782"/>
            <a:ext cx="4318730" cy="5768340"/>
          </a:xfrm>
          <a:prstGeom prst="roundRect">
            <a:avLst>
              <a:gd name="adj" fmla="val 1906"/>
            </a:avLst>
          </a:prstGeom>
          <a:solidFill>
            <a:schemeClr val="lt1">
              <a:alpha val="0"/>
            </a:schemeClr>
          </a:solidFill>
          <a:ln>
            <a:noFill/>
          </a:ln>
        </p:spPr>
      </p:sp>
      <p:pic>
        <p:nvPicPr>
          <p:cNvPr id="4" name="presenton-image-slot-60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1924" t="0" r="21924" b="0"/>
          <a:stretch>
            <a:fillRect/>
          </a:stretch>
        </p:blipFill>
        <p:spPr>
          <a:xfrm>
            <a:off x="539782" y="539782"/>
            <a:ext cx="4318730" cy="576834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776573" y="4806506"/>
            <a:ext cx="3845052" cy="1297210"/>
          </a:xfrm>
          <a:prstGeom prst="roundRect">
            <a:avLst>
              <a:gd name="adj" fmla="val 4406"/>
            </a:avLst>
          </a:prstGeom>
          <a:solidFill>
            <a:srgbClr val="173CB8">
              <a:alpha val="86000"/>
            </a:srgbClr>
          </a:solidFill>
          <a:ln>
            <a:noFill/>
          </a:ln>
        </p:spPr>
      </p:sp>
      <p:sp>
        <p:nvSpPr>
          <p:cNvPr id="6" name="presenton-metric_value-slot-2 Placeholder Carrier"/>
          <p:cNvSpPr txBox="1"/>
          <p:nvPr>
            <p:ph type="body" idx="2"/>
          </p:nvPr>
        </p:nvSpPr>
        <p:spPr>
          <a:xfrm>
            <a:off x="1000224" y="5037568"/>
            <a:ext cx="2509838" cy="7039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metric_label-slot-3 Placeholder Carrier"/>
          <p:cNvSpPr txBox="1"/>
          <p:nvPr>
            <p:ph type="body" idx="3"/>
          </p:nvPr>
        </p:nvSpPr>
        <p:spPr>
          <a:xfrm>
            <a:off x="1011734" y="5524186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etric_description-slot-4 Placeholder Carrier"/>
          <p:cNvSpPr txBox="1"/>
          <p:nvPr>
            <p:ph type="body" idx="4"/>
          </p:nvPr>
        </p:nvSpPr>
        <p:spPr>
          <a:xfrm>
            <a:off x="1013746" y="5715724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main_headline-slot-5 Placeholder Carrier"/>
          <p:cNvSpPr txBox="1"/>
          <p:nvPr>
            <p:ph type="title" idx="5"/>
          </p:nvPr>
        </p:nvSpPr>
        <p:spPr>
          <a:xfrm>
            <a:off x="5155311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headline_description-slot-6 Placeholder Carrier"/>
          <p:cNvSpPr txBox="1"/>
          <p:nvPr>
            <p:ph type="title" idx="6"/>
          </p:nvPr>
        </p:nvSpPr>
        <p:spPr>
          <a:xfrm>
            <a:off x="5193887" y="2080260"/>
            <a:ext cx="814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11" name="presenton-image-slot-61 Placeholder Carrier"/>
          <p:cNvPicPr>
            <a:picLocks noChangeAspect="1"/>
          </p:cNvPicPr>
          <p:nvPr>
            <p:ph type="pic" idx="7"/>
          </p:nvPr>
        </p:nvPicPr>
        <p:blipFill>
          <a:blip r:embed="rId3"/>
          <a:srcRect l="0" t="13348" r="0" b="13349"/>
          <a:stretch>
            <a:fillRect/>
          </a:stretch>
        </p:blipFill>
        <p:spPr>
          <a:xfrm>
            <a:off x="5199983" y="3586067"/>
            <a:ext cx="3054096" cy="1679067"/>
          </a:xfrm>
          <a:prstGeom prst="rect">
            <a:avLst/>
          </a:prstGeom>
        </p:spPr>
      </p:pic>
      <p:sp>
        <p:nvSpPr>
          <p:cNvPr id="12" name="presenton-card_heading-slot-8 Placeholder Carrier"/>
          <p:cNvSpPr txBox="1"/>
          <p:nvPr>
            <p:ph type="title" idx="8"/>
          </p:nvPr>
        </p:nvSpPr>
        <p:spPr>
          <a:xfrm>
            <a:off x="5193209" y="5493801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2E3545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card_body-slot-9 Placeholder Carrier"/>
          <p:cNvSpPr txBox="1"/>
          <p:nvPr>
            <p:ph type="body" idx="9"/>
          </p:nvPr>
        </p:nvSpPr>
        <p:spPr>
          <a:xfrm>
            <a:off x="5195221" y="5752014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page_folio-slot-10 Placeholder Carrier"/>
          <p:cNvSpPr txBox="1"/>
          <p:nvPr>
            <p:ph type="body" idx="10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title-slot-1 Placeholder Carrier"/>
          <p:cNvSpPr txBox="1"/>
          <p:nvPr>
            <p:ph type="title" idx="1"/>
          </p:nvPr>
        </p:nvSpPr>
        <p:spPr>
          <a:xfrm>
            <a:off x="3734741" y="1069200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description-slot-2 Placeholder Carrier"/>
          <p:cNvSpPr txBox="1"/>
          <p:nvPr>
            <p:ph type="body" idx="2"/>
          </p:nvPr>
        </p:nvSpPr>
        <p:spPr>
          <a:xfrm>
            <a:off x="5697274" y="1801178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575" y="2975324"/>
            <a:ext cx="841343" cy="1473898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399002" y="2463165"/>
            <a:ext cx="2578227" cy="2578227"/>
          </a:xfrm>
          <a:prstGeom prst="rect">
            <a:avLst/>
          </a:prstGeom>
          <a:noFill/>
          <a:ln>
            <a:noFill/>
          </a:ln>
        </p:spPr>
      </p:sp>
      <p:pic>
        <p:nvPicPr>
          <p:cNvPr id="7" name="presenton-image-slot-63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20000" t="0" r="20000" b="0"/>
          <a:stretch>
            <a:fillRect/>
          </a:stretch>
        </p:blipFill>
        <p:spPr>
          <a:xfrm>
            <a:off x="399002" y="2249710"/>
            <a:ext cx="2578227" cy="3222784"/>
          </a:xfrm>
          <a:prstGeom prst="rect">
            <a:avLst/>
          </a:prstGeom>
        </p:spPr>
      </p:pic>
      <p:sp>
        <p:nvSpPr>
          <p:cNvPr id="8" name="presenton-profile_name-slot-5 Placeholder Carrier"/>
          <p:cNvSpPr txBox="1"/>
          <p:nvPr>
            <p:ph type="body" idx="5"/>
          </p:nvPr>
        </p:nvSpPr>
        <p:spPr>
          <a:xfrm>
            <a:off x="531735" y="5141385"/>
            <a:ext cx="1101584" cy="309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8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profile_role-slot-6 Placeholder Carrier"/>
          <p:cNvSpPr txBox="1"/>
          <p:nvPr>
            <p:ph type="body" idx="6"/>
          </p:nvPr>
        </p:nvSpPr>
        <p:spPr>
          <a:xfrm>
            <a:off x="534151" y="5429983"/>
            <a:ext cx="773854" cy="21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11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profile_bio-slot-7 Placeholder Carrier"/>
          <p:cNvSpPr txBox="1"/>
          <p:nvPr>
            <p:ph type="body" idx="7"/>
          </p:nvPr>
        </p:nvSpPr>
        <p:spPr>
          <a:xfrm>
            <a:off x="535019" y="5647525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page_marker-slot-8 Placeholder Carrier"/>
          <p:cNvSpPr txBox="1"/>
          <p:nvPr>
            <p:ph type="body" idx="8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-slot-1 Placeholder Carrier"/>
          <p:cNvSpPr txBox="1"/>
          <p:nvPr>
            <p:ph type="title" idx="1"/>
          </p:nvPr>
        </p:nvSpPr>
        <p:spPr>
          <a:xfrm>
            <a:off x="3734741" y="1069200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pporting_paragraph-slot-2 Placeholder Carrier"/>
          <p:cNvSpPr txBox="1"/>
          <p:nvPr>
            <p:ph type="body" idx="2"/>
          </p:nvPr>
        </p:nvSpPr>
        <p:spPr>
          <a:xfrm>
            <a:off x="5683320" y="18877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presenton-milestone_title-slot-3 Placeholder Carrier"/>
          <p:cNvSpPr txBox="1"/>
          <p:nvPr>
            <p:ph type="title" idx="3"/>
          </p:nvPr>
        </p:nvSpPr>
        <p:spPr>
          <a:xfrm>
            <a:off x="1058631" y="292103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milestone_description-slot-4 Placeholder Carrier"/>
          <p:cNvSpPr txBox="1"/>
          <p:nvPr>
            <p:ph type="body" idx="4"/>
          </p:nvPr>
        </p:nvSpPr>
        <p:spPr>
          <a:xfrm>
            <a:off x="1123667" y="351256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Line 7"/>
          <p:cNvSpPr/>
          <p:nvPr/>
        </p:nvSpPr>
        <p:spPr>
          <a:xfrm>
            <a:off x="1489710" y="4146804"/>
            <a:ext cx="9525" cy="1492472"/>
          </a:xfrm>
          <a:custGeom>
            <a:avLst/>
            <a:gdLst/>
            <a:ahLst/>
            <a:cxnLst/>
            <a:rect l="l" t="t" r="r" b="b"/>
            <a:pathLst>
              <a:path w="9525" h="1492472">
                <a:moveTo>
                  <a:pt x="0" y="0"/>
                </a:moveTo>
                <a:lnTo>
                  <a:pt x="0" y="1492472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4266" y="4501706"/>
            <a:ext cx="1739075" cy="547306"/>
          </a:xfrm>
          <a:prstGeom prst="roundRect">
            <a:avLst>
              <a:gd name="adj" fmla="val 50000"/>
            </a:avLst>
          </a:prstGeom>
          <a:solidFill>
            <a:srgbClr val="213EBB"/>
          </a:solidFill>
          <a:ln>
            <a:noFill/>
          </a:ln>
        </p:spPr>
      </p:sp>
      <p:sp>
        <p:nvSpPr>
          <p:cNvPr id="9" name="presenton-duration_label-slot-5 Placeholder Carrier"/>
          <p:cNvSpPr txBox="1"/>
          <p:nvPr>
            <p:ph type="body" idx="5"/>
          </p:nvPr>
        </p:nvSpPr>
        <p:spPr>
          <a:xfrm>
            <a:off x="942148" y="4524566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Line 10"/>
          <p:cNvSpPr/>
          <p:nvPr/>
        </p:nvSpPr>
        <p:spPr>
          <a:xfrm>
            <a:off x="1038225" y="551754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</a:path>
            </a:pathLst>
          </a:custGeom>
          <a:noFill/>
          <a:ln w="9525">
            <a:solidFill>
              <a:srgbClr val="213EBB"/>
            </a:solidFill>
          </a:ln>
        </p:spPr>
      </p:sp>
      <p:pic>
        <p:nvPicPr>
          <p:cNvPr id="11" name="presenton-image-slot-64 Placeholder Carrier"/>
          <p:cNvPicPr>
            <a:picLocks noChangeAspect="1"/>
          </p:cNvPicPr>
          <p:nvPr>
            <p:ph type="pic" idx="6"/>
          </p:nvPr>
        </p:nvPicPr>
        <p:blipFill>
          <a:blip r:embed="rId2"/>
          <a:stretch>
            <a:fillRect/>
          </a:stretch>
        </p:blipFill>
        <p:spPr>
          <a:xfrm>
            <a:off x="1301401" y="5779008"/>
            <a:ext cx="355568" cy="355568"/>
          </a:xfrm>
          <a:prstGeom prst="rect">
            <a:avLst/>
          </a:prstGeom>
        </p:spPr>
      </p:pic>
      <p:sp>
        <p:nvSpPr>
          <p:cNvPr id="12" name="presenton-milestone_title-slot-7 Placeholder Carrier"/>
          <p:cNvSpPr txBox="1"/>
          <p:nvPr>
            <p:ph type="title" idx="7"/>
          </p:nvPr>
        </p:nvSpPr>
        <p:spPr>
          <a:xfrm>
            <a:off x="4184641" y="292103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milestone_description-slot-8 Placeholder Carrier"/>
          <p:cNvSpPr txBox="1"/>
          <p:nvPr>
            <p:ph type="body" idx="8"/>
          </p:nvPr>
        </p:nvSpPr>
        <p:spPr>
          <a:xfrm>
            <a:off x="4249677" y="351256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Line 14"/>
          <p:cNvSpPr/>
          <p:nvPr/>
        </p:nvSpPr>
        <p:spPr>
          <a:xfrm>
            <a:off x="4615720" y="4146804"/>
            <a:ext cx="9525" cy="1492472"/>
          </a:xfrm>
          <a:custGeom>
            <a:avLst/>
            <a:gdLst/>
            <a:ahLst/>
            <a:cxnLst/>
            <a:rect l="l" t="t" r="r" b="b"/>
            <a:pathLst>
              <a:path w="9525" h="1492472">
                <a:moveTo>
                  <a:pt x="0" y="0"/>
                </a:moveTo>
                <a:lnTo>
                  <a:pt x="0" y="1492472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731419" y="4501706"/>
            <a:ext cx="1726311" cy="547306"/>
          </a:xfrm>
          <a:prstGeom prst="rect">
            <a:avLst/>
          </a:prstGeom>
          <a:solidFill>
            <a:srgbClr val="213EBB"/>
          </a:solidFill>
          <a:ln>
            <a:noFill/>
          </a:ln>
        </p:spPr>
      </p:sp>
      <p:sp>
        <p:nvSpPr>
          <p:cNvPr id="16" name="presenton-duration_label-slot-9 Placeholder Carrier"/>
          <p:cNvSpPr txBox="1"/>
          <p:nvPr>
            <p:ph type="body" idx="9"/>
          </p:nvPr>
        </p:nvSpPr>
        <p:spPr>
          <a:xfrm>
            <a:off x="4069301" y="4524566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Line 17"/>
          <p:cNvSpPr/>
          <p:nvPr/>
        </p:nvSpPr>
        <p:spPr>
          <a:xfrm>
            <a:off x="4164235" y="551754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</a:path>
            </a:pathLst>
          </a:custGeom>
          <a:noFill/>
          <a:ln w="9525">
            <a:solidFill>
              <a:srgbClr val="213EBB"/>
            </a:solidFill>
          </a:ln>
        </p:spPr>
      </p:sp>
      <p:pic>
        <p:nvPicPr>
          <p:cNvPr id="18" name="presenton-image-slot-65 Placeholder Carrier"/>
          <p:cNvPicPr>
            <a:picLocks noChangeAspect="1"/>
          </p:cNvPicPr>
          <p:nvPr>
            <p:ph type="pic" idx="10"/>
          </p:nvPr>
        </p:nvPicPr>
        <p:blipFill>
          <a:blip r:embed="rId3"/>
          <a:stretch>
            <a:fillRect/>
          </a:stretch>
        </p:blipFill>
        <p:spPr>
          <a:xfrm>
            <a:off x="4441984" y="5790343"/>
            <a:ext cx="355568" cy="355568"/>
          </a:xfrm>
          <a:prstGeom prst="rect">
            <a:avLst/>
          </a:prstGeom>
        </p:spPr>
      </p:pic>
      <p:sp>
        <p:nvSpPr>
          <p:cNvPr id="19" name="presenton-milestone_title-slot-11 Placeholder Carrier"/>
          <p:cNvSpPr txBox="1"/>
          <p:nvPr>
            <p:ph type="title" idx="11"/>
          </p:nvPr>
        </p:nvSpPr>
        <p:spPr>
          <a:xfrm>
            <a:off x="6717529" y="292103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milestone_description-slot-12 Placeholder Carrier"/>
          <p:cNvSpPr txBox="1"/>
          <p:nvPr>
            <p:ph type="body" idx="12"/>
          </p:nvPr>
        </p:nvSpPr>
        <p:spPr>
          <a:xfrm>
            <a:off x="6782565" y="351256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Line 21"/>
          <p:cNvSpPr/>
          <p:nvPr/>
        </p:nvSpPr>
        <p:spPr>
          <a:xfrm>
            <a:off x="7148608" y="4146804"/>
            <a:ext cx="9525" cy="1492472"/>
          </a:xfrm>
          <a:custGeom>
            <a:avLst/>
            <a:gdLst/>
            <a:ahLst/>
            <a:cxnLst/>
            <a:rect l="l" t="t" r="r" b="b"/>
            <a:pathLst>
              <a:path w="9525" h="1492472">
                <a:moveTo>
                  <a:pt x="0" y="0"/>
                </a:moveTo>
                <a:lnTo>
                  <a:pt x="0" y="1492472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64307" y="4501706"/>
            <a:ext cx="1726311" cy="547306"/>
          </a:xfrm>
          <a:prstGeom prst="rect">
            <a:avLst/>
          </a:prstGeom>
          <a:solidFill>
            <a:srgbClr val="213EBB"/>
          </a:solidFill>
          <a:ln>
            <a:noFill/>
          </a:ln>
        </p:spPr>
      </p:sp>
      <p:sp>
        <p:nvSpPr>
          <p:cNvPr id="23" name="presenton-duration_label-slot-13 Placeholder Carrier"/>
          <p:cNvSpPr txBox="1"/>
          <p:nvPr>
            <p:ph type="body" idx="13"/>
          </p:nvPr>
        </p:nvSpPr>
        <p:spPr>
          <a:xfrm>
            <a:off x="6602189" y="4524566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Line 24"/>
          <p:cNvSpPr/>
          <p:nvPr/>
        </p:nvSpPr>
        <p:spPr>
          <a:xfrm>
            <a:off x="6697123" y="551754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</a:path>
            </a:pathLst>
          </a:custGeom>
          <a:noFill/>
          <a:ln w="9525">
            <a:solidFill>
              <a:srgbClr val="213EBB"/>
            </a:solidFill>
          </a:ln>
        </p:spPr>
      </p:sp>
      <p:pic>
        <p:nvPicPr>
          <p:cNvPr id="25" name="presenton-image-slot-66 Placeholder Carrier"/>
          <p:cNvPicPr>
            <a:picLocks noChangeAspect="1"/>
          </p:cNvPicPr>
          <p:nvPr>
            <p:ph type="pic" idx="14"/>
          </p:nvPr>
        </p:nvPicPr>
        <p:blipFill>
          <a:blip r:embed="rId4"/>
          <a:stretch>
            <a:fillRect/>
          </a:stretch>
        </p:blipFill>
        <p:spPr>
          <a:xfrm>
            <a:off x="6964489" y="5796724"/>
            <a:ext cx="355568" cy="355568"/>
          </a:xfrm>
          <a:prstGeom prst="rect">
            <a:avLst/>
          </a:prstGeom>
        </p:spPr>
      </p:pic>
      <p:sp>
        <p:nvSpPr>
          <p:cNvPr id="26" name="presenton-milestone_title-slot-15 Placeholder Carrier"/>
          <p:cNvSpPr txBox="1"/>
          <p:nvPr>
            <p:ph type="title" idx="15"/>
          </p:nvPr>
        </p:nvSpPr>
        <p:spPr>
          <a:xfrm>
            <a:off x="9726667" y="2921032"/>
            <a:ext cx="85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7" name="presenton-milestone_description-slot-16 Placeholder Carrier"/>
          <p:cNvSpPr txBox="1"/>
          <p:nvPr>
            <p:ph type="body" idx="16"/>
          </p:nvPr>
        </p:nvSpPr>
        <p:spPr>
          <a:xfrm>
            <a:off x="9791703" y="351256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8" name="Line 28"/>
          <p:cNvSpPr/>
          <p:nvPr/>
        </p:nvSpPr>
        <p:spPr>
          <a:xfrm>
            <a:off x="10157746" y="4146804"/>
            <a:ext cx="9525" cy="1492472"/>
          </a:xfrm>
          <a:custGeom>
            <a:avLst/>
            <a:gdLst/>
            <a:ahLst/>
            <a:cxnLst/>
            <a:rect l="l" t="t" r="r" b="b"/>
            <a:pathLst>
              <a:path w="9525" h="1492472">
                <a:moveTo>
                  <a:pt x="0" y="0"/>
                </a:moveTo>
                <a:lnTo>
                  <a:pt x="0" y="1492472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627" y="4229386"/>
            <a:ext cx="2168271" cy="1091851"/>
          </a:xfrm>
          <a:prstGeom prst="rect">
            <a:avLst/>
          </a:prstGeom>
        </p:spPr>
      </p:pic>
      <p:sp>
        <p:nvSpPr>
          <p:cNvPr id="30" name="presenton-duration_label-slot-18 Placeholder Carrier"/>
          <p:cNvSpPr txBox="1"/>
          <p:nvPr>
            <p:ph type="body" idx="18"/>
          </p:nvPr>
        </p:nvSpPr>
        <p:spPr>
          <a:xfrm>
            <a:off x="9737343" y="4698873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1" name="Line 31"/>
          <p:cNvSpPr/>
          <p:nvPr/>
        </p:nvSpPr>
        <p:spPr>
          <a:xfrm>
            <a:off x="9706261" y="551754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</a:path>
            </a:pathLst>
          </a:custGeom>
          <a:noFill/>
          <a:ln w="9525">
            <a:solidFill>
              <a:srgbClr val="213EBB"/>
            </a:solidFill>
          </a:ln>
        </p:spPr>
      </p:sp>
      <p:pic>
        <p:nvPicPr>
          <p:cNvPr id="32" name="presenton-image-slot-68 Placeholder Carrier"/>
          <p:cNvPicPr>
            <a:picLocks noChangeAspect="1"/>
          </p:cNvPicPr>
          <p:nvPr>
            <p:ph type="pic" idx="19"/>
          </p:nvPr>
        </p:nvPicPr>
        <p:blipFill>
          <a:blip r:embed="rId6"/>
          <a:stretch>
            <a:fillRect/>
          </a:stretch>
        </p:blipFill>
        <p:spPr>
          <a:xfrm>
            <a:off x="9965626" y="5779008"/>
            <a:ext cx="355568" cy="355568"/>
          </a:xfrm>
          <a:prstGeom prst="rect">
            <a:avLst/>
          </a:prstGeom>
        </p:spPr>
      </p:pic>
      <p:sp>
        <p:nvSpPr>
          <p:cNvPr id="33" name="presenton-footer_marker-slot-20 Placeholder Carrier"/>
          <p:cNvSpPr txBox="1"/>
          <p:nvPr>
            <p:ph type="body" idx="20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08540" y="4079081"/>
            <a:ext cx="2254091" cy="525037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29740" r="0" b="29739"/>
          <a:stretch>
            <a:fillRect/>
          </a:stretch>
        </p:blipFill>
        <p:spPr>
          <a:xfrm>
            <a:off x="0" y="4079081"/>
            <a:ext cx="12192000" cy="2778919"/>
          </a:xfrm>
          <a:prstGeom prst="rect">
            <a:avLst/>
          </a:prstGeom>
        </p:spPr>
      </p:pic>
      <p:sp>
        <p:nvSpPr>
          <p:cNvPr id="5" name="presenton-main_headline-slot-2 Placeholder Carrier"/>
          <p:cNvSpPr txBox="1"/>
          <p:nvPr>
            <p:ph type="title" idx="2"/>
          </p:nvPr>
        </p:nvSpPr>
        <p:spPr>
          <a:xfrm>
            <a:off x="514350" y="144143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description-slot-3 Placeholder Carrier"/>
          <p:cNvSpPr txBox="1"/>
          <p:nvPr>
            <p:ph type="body" idx="3"/>
          </p:nvPr>
        </p:nvSpPr>
        <p:spPr>
          <a:xfrm>
            <a:off x="527304" y="2832735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4438650" y="3143250"/>
            <a:ext cx="2257425" cy="3019425"/>
          </a:xfrm>
          <a:prstGeom prst="roundRect">
            <a:avLst>
              <a:gd name="adj" fmla="val 3376"/>
            </a:avLst>
          </a:prstGeom>
          <a:solidFill>
            <a:srgbClr val="DDE3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562475" y="3286125"/>
            <a:ext cx="2257425" cy="3019425"/>
          </a:xfrm>
          <a:prstGeom prst="roundRect">
            <a:avLst>
              <a:gd name="adj" fmla="val 3376"/>
            </a:avLst>
          </a:prstGeom>
          <a:solidFill>
            <a:srgbClr val="2441B8"/>
          </a:solidFill>
          <a:ln>
            <a:noFill/>
          </a:ln>
        </p:spPr>
      </p:sp>
      <p:sp>
        <p:nvSpPr>
          <p:cNvPr id="9" name="presenton-card_title-slot-4 Placeholder Carrier"/>
          <p:cNvSpPr txBox="1"/>
          <p:nvPr>
            <p:ph type="title" idx="4"/>
          </p:nvPr>
        </p:nvSpPr>
        <p:spPr>
          <a:xfrm>
            <a:off x="4858474" y="3709654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card_body-slot-5 Placeholder Carrier"/>
          <p:cNvSpPr txBox="1"/>
          <p:nvPr>
            <p:ph type="body" idx="5"/>
          </p:nvPr>
        </p:nvSpPr>
        <p:spPr>
          <a:xfrm>
            <a:off x="4861179" y="45567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96100" y="2038350"/>
            <a:ext cx="2257425" cy="4124325"/>
          </a:xfrm>
          <a:prstGeom prst="roundRect">
            <a:avLst>
              <a:gd name="adj" fmla="val 3376"/>
            </a:avLst>
          </a:prstGeom>
          <a:solidFill>
            <a:srgbClr val="DDE3F5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010400" y="2181225"/>
            <a:ext cx="2257425" cy="4124325"/>
          </a:xfrm>
          <a:prstGeom prst="roundRect">
            <a:avLst>
              <a:gd name="adj" fmla="val 3376"/>
            </a:avLst>
          </a:prstGeom>
          <a:solidFill>
            <a:srgbClr val="2441B8"/>
          </a:solidFill>
          <a:ln>
            <a:noFill/>
          </a:ln>
        </p:spPr>
      </p:sp>
      <p:sp>
        <p:nvSpPr>
          <p:cNvPr id="13" name="presenton-card_title-slot-6 Placeholder Carrier"/>
          <p:cNvSpPr txBox="1"/>
          <p:nvPr>
            <p:ph type="title" idx="6"/>
          </p:nvPr>
        </p:nvSpPr>
        <p:spPr>
          <a:xfrm>
            <a:off x="7296874" y="3709654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card_body-slot-7 Placeholder Carrier"/>
          <p:cNvSpPr txBox="1"/>
          <p:nvPr>
            <p:ph type="body" idx="7"/>
          </p:nvPr>
        </p:nvSpPr>
        <p:spPr>
          <a:xfrm>
            <a:off x="7299579" y="4566285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334500" y="914400"/>
            <a:ext cx="2257425" cy="5238750"/>
          </a:xfrm>
          <a:prstGeom prst="roundRect">
            <a:avLst>
              <a:gd name="adj" fmla="val 3376"/>
            </a:avLst>
          </a:prstGeom>
          <a:solidFill>
            <a:srgbClr val="DDE3F5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9477375" y="1066800"/>
            <a:ext cx="2247900" cy="5238750"/>
          </a:xfrm>
          <a:prstGeom prst="roundRect">
            <a:avLst>
              <a:gd name="adj" fmla="val 3390"/>
            </a:avLst>
          </a:prstGeom>
          <a:solidFill>
            <a:srgbClr val="2441B8"/>
          </a:solidFill>
          <a:ln>
            <a:noFill/>
          </a:ln>
        </p:spPr>
      </p:sp>
      <p:sp>
        <p:nvSpPr>
          <p:cNvPr id="17" name="presenton-card_title-slot-8 Placeholder Carrier"/>
          <p:cNvSpPr txBox="1"/>
          <p:nvPr>
            <p:ph type="title" idx="8"/>
          </p:nvPr>
        </p:nvSpPr>
        <p:spPr>
          <a:xfrm>
            <a:off x="9773374" y="3719179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card_body-slot-9 Placeholder Carrier"/>
          <p:cNvSpPr txBox="1"/>
          <p:nvPr>
            <p:ph type="body" idx="9"/>
          </p:nvPr>
        </p:nvSpPr>
        <p:spPr>
          <a:xfrm>
            <a:off x="9776079" y="457581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page_marker-slot-10 Placeholder Carrier"/>
          <p:cNvSpPr txBox="1"/>
          <p:nvPr>
            <p:ph type="body" idx="10"/>
          </p:nvPr>
        </p:nvSpPr>
        <p:spPr>
          <a:xfrm>
            <a:off x="11653838" y="6304274"/>
            <a:ext cx="500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line-slot-1 Placeholder Carrier"/>
          <p:cNvSpPr txBox="1"/>
          <p:nvPr>
            <p:ph type="title" idx="1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paragraph-slot-2 Placeholder Carrier"/>
          <p:cNvSpPr txBox="1"/>
          <p:nvPr>
            <p:ph type="body" idx="2"/>
          </p:nvPr>
        </p:nvSpPr>
        <p:spPr>
          <a:xfrm>
            <a:off x="534364" y="2895438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4485704" y="1076325"/>
            <a:ext cx="2336768" cy="5781675"/>
          </a:xfrm>
          <a:prstGeom prst="roundRect">
            <a:avLst>
              <a:gd name="adj" fmla="val 3261"/>
            </a:avLst>
          </a:prstGeom>
          <a:solidFill>
            <a:srgbClr val="2342B8"/>
          </a:solidFill>
          <a:ln>
            <a:noFill/>
          </a:ln>
        </p:spPr>
      </p:sp>
      <p:sp>
        <p:nvSpPr>
          <p:cNvPr id="6" name="presenton-card_price-slot-3 Placeholder Carrier"/>
          <p:cNvSpPr txBox="1"/>
          <p:nvPr>
            <p:ph type="body" idx="3"/>
          </p:nvPr>
        </p:nvSpPr>
        <p:spPr>
          <a:xfrm>
            <a:off x="4702283" y="1544217"/>
            <a:ext cx="1861430" cy="5214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6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card_title-slot-4 Placeholder Carrier"/>
          <p:cNvSpPr txBox="1"/>
          <p:nvPr>
            <p:ph type="title" idx="4"/>
          </p:nvPr>
        </p:nvSpPr>
        <p:spPr>
          <a:xfrm>
            <a:off x="4582089" y="2571136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description-slot-5 Placeholder Carrier"/>
          <p:cNvSpPr txBox="1"/>
          <p:nvPr>
            <p:ph type="body" idx="5"/>
          </p:nvPr>
        </p:nvSpPr>
        <p:spPr>
          <a:xfrm>
            <a:off x="4711065" y="2938234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4485704" y="3749326"/>
            <a:ext cx="2336768" cy="9525"/>
          </a:xfrm>
          <a:custGeom>
            <a:avLst/>
            <a:gdLst/>
            <a:ahLst/>
            <a:cxnLst/>
            <a:rect l="l" t="t" r="r" b="b"/>
            <a:pathLst>
              <a:path w="2336768" h="9525">
                <a:moveTo>
                  <a:pt x="0" y="0"/>
                </a:moveTo>
                <a:lnTo>
                  <a:pt x="2336768" y="0"/>
                </a:lnTo>
              </a:path>
            </a:pathLst>
          </a:custGeom>
          <a:noFill/>
          <a:ln w="25432">
            <a:solidFill>
              <a:srgbClr val="FFFFFF">
                <a:alpha val="8000"/>
              </a:srgbClr>
            </a:solidFill>
          </a:ln>
        </p:spPr>
      </p:sp>
      <p:sp>
        <p:nvSpPr>
          <p:cNvPr id="10" name="presenton-features_label-slot-6 Placeholder Carrier"/>
          <p:cNvSpPr txBox="1"/>
          <p:nvPr>
            <p:ph type="body" idx="6"/>
          </p:nvPr>
        </p:nvSpPr>
        <p:spPr>
          <a:xfrm>
            <a:off x="4583441" y="3941093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each_item_individ-slot-7 Placeholder Carrier"/>
          <p:cNvSpPr txBox="1"/>
          <p:nvPr>
            <p:ph type="body" idx="7"/>
          </p:nvPr>
        </p:nvSpPr>
        <p:spPr>
          <a:xfrm>
            <a:off x="4711065" y="4263923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2806" y="4581239"/>
            <a:ext cx="1779556" cy="4145185"/>
          </a:xfrm>
          <a:prstGeom prst="rect">
            <a:avLst/>
          </a:prstGeom>
          <a:noFill/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rcRect l="0" t="32074" r="0" b="32075"/>
          <a:stretch>
            <a:fillRect/>
          </a:stretch>
        </p:blipFill>
        <p:spPr>
          <a:xfrm>
            <a:off x="0" y="4581239"/>
            <a:ext cx="11289982" cy="2276761"/>
          </a:xfrm>
          <a:prstGeom prst="rect">
            <a:avLst/>
          </a:prstGeom>
        </p:spPr>
      </p:pic>
      <p:sp>
        <p:nvSpPr>
          <p:cNvPr id="14" name="presenton-page_marker-slot-9 Placeholder Carrier"/>
          <p:cNvSpPr txBox="1"/>
          <p:nvPr>
            <p:ph type="body" idx="9"/>
          </p:nvPr>
        </p:nvSpPr>
        <p:spPr>
          <a:xfrm>
            <a:off x="11655838" y="6306750"/>
            <a:ext cx="498062" cy="182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10938986" y="-1313974"/>
            <a:ext cx="3087814" cy="6780562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6404" t="0" r="6405" b="0"/>
          <a:stretch>
            <a:fillRect/>
          </a:stretch>
        </p:blipFill>
        <p:spPr>
          <a:xfrm>
            <a:off x="1561719" y="0"/>
            <a:ext cx="10630281" cy="6858000"/>
          </a:xfrm>
          <a:prstGeom prst="rect">
            <a:avLst/>
          </a:prstGeom>
        </p:spPr>
      </p:pic>
      <p:sp>
        <p:nvSpPr>
          <p:cNvPr id="5" name="presenton-slide_title-slot-2 Placeholder Carrier"/>
          <p:cNvSpPr txBox="1"/>
          <p:nvPr>
            <p:ph type="title" idx="2"/>
          </p:nvPr>
        </p:nvSpPr>
        <p:spPr>
          <a:xfrm>
            <a:off x="3914059" y="1323594"/>
            <a:ext cx="4355120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1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lide_intro-slot-3 Placeholder Carrier"/>
          <p:cNvSpPr txBox="1"/>
          <p:nvPr>
            <p:ph type="body" idx="3"/>
          </p:nvPr>
        </p:nvSpPr>
        <p:spPr>
          <a:xfrm>
            <a:off x="5692940" y="2009108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539782" y="3354705"/>
            <a:ext cx="2174462" cy="2866358"/>
          </a:xfrm>
          <a:prstGeom prst="roundRect">
            <a:avLst>
              <a:gd name="adj" fmla="val 3504"/>
            </a:avLst>
          </a:prstGeom>
          <a:solidFill>
            <a:srgbClr val="F5F6FB"/>
          </a:solidFill>
          <a:ln>
            <a:noFill/>
          </a:ln>
        </p:spPr>
      </p:sp>
      <p:pic>
        <p:nvPicPr>
          <p:cNvPr id="8" name="presenton-image-slot-7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2500" t="0" r="12500" b="0"/>
          <a:stretch>
            <a:fillRect/>
          </a:stretch>
        </p:blipFill>
        <p:spPr>
          <a:xfrm>
            <a:off x="1109662" y="2837307"/>
            <a:ext cx="1034796" cy="1034796"/>
          </a:xfrm>
          <a:prstGeom prst="rect">
            <a:avLst/>
          </a:prstGeom>
        </p:spPr>
      </p:pic>
      <p:pic>
        <p:nvPicPr>
          <p:cNvPr id="9" name="presenton-image-slot-73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12500" t="0" r="12500" b="0"/>
          <a:stretch>
            <a:fillRect/>
          </a:stretch>
        </p:blipFill>
        <p:spPr>
          <a:xfrm>
            <a:off x="951357" y="2679002"/>
            <a:ext cx="1351217" cy="1351217"/>
          </a:xfrm>
          <a:prstGeom prst="rect">
            <a:avLst/>
          </a:prstGeom>
        </p:spPr>
      </p:pic>
      <p:sp>
        <p:nvSpPr>
          <p:cNvPr id="10" name="presenton-metric_value-slot-6 Placeholder Carrier"/>
          <p:cNvSpPr txBox="1"/>
          <p:nvPr>
            <p:ph type="body" idx="6"/>
          </p:nvPr>
        </p:nvSpPr>
        <p:spPr>
          <a:xfrm>
            <a:off x="814735" y="3261517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card_heading-slot-7 Placeholder Carrier"/>
          <p:cNvSpPr txBox="1"/>
          <p:nvPr>
            <p:ph type="title" idx="7"/>
          </p:nvPr>
        </p:nvSpPr>
        <p:spPr>
          <a:xfrm>
            <a:off x="1011017" y="464283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card_description-slot-8 Placeholder Carrier"/>
          <p:cNvSpPr txBox="1"/>
          <p:nvPr>
            <p:ph type="body" idx="8"/>
          </p:nvPr>
        </p:nvSpPr>
        <p:spPr>
          <a:xfrm>
            <a:off x="1271495" y="526697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516249" y="3354705"/>
            <a:ext cx="2174462" cy="2866358"/>
          </a:xfrm>
          <a:prstGeom prst="roundRect">
            <a:avLst>
              <a:gd name="adj" fmla="val 3504"/>
            </a:avLst>
          </a:prstGeom>
          <a:solidFill>
            <a:srgbClr val="F5F6FB"/>
          </a:solidFill>
          <a:ln>
            <a:noFill/>
          </a:ln>
        </p:spPr>
      </p:sp>
      <p:pic>
        <p:nvPicPr>
          <p:cNvPr id="14" name="presenton-image-slot-74 Placeholder Carrier"/>
          <p:cNvPicPr>
            <a:picLocks noChangeAspect="1"/>
          </p:cNvPicPr>
          <p:nvPr>
            <p:ph type="pic" idx="9"/>
          </p:nvPr>
        </p:nvPicPr>
        <p:blipFill>
          <a:blip r:embed="rId5"/>
          <a:srcRect l="12500" t="0" r="12500" b="0"/>
          <a:stretch>
            <a:fillRect/>
          </a:stretch>
        </p:blipFill>
        <p:spPr>
          <a:xfrm>
            <a:off x="4086130" y="2837307"/>
            <a:ext cx="1034796" cy="1034796"/>
          </a:xfrm>
          <a:prstGeom prst="rect">
            <a:avLst/>
          </a:prstGeom>
        </p:spPr>
      </p:pic>
      <p:pic>
        <p:nvPicPr>
          <p:cNvPr id="15" name="presenton-image-slot-75 Placeholder Carrier"/>
          <p:cNvPicPr>
            <a:picLocks noChangeAspect="1"/>
          </p:cNvPicPr>
          <p:nvPr>
            <p:ph type="pic" idx="10"/>
          </p:nvPr>
        </p:nvPicPr>
        <p:blipFill>
          <a:blip r:embed="rId6"/>
          <a:srcRect l="12500" t="0" r="12500" b="0"/>
          <a:stretch>
            <a:fillRect/>
          </a:stretch>
        </p:blipFill>
        <p:spPr>
          <a:xfrm>
            <a:off x="3927920" y="2679002"/>
            <a:ext cx="1351217" cy="1351217"/>
          </a:xfrm>
          <a:prstGeom prst="rect">
            <a:avLst/>
          </a:prstGeom>
        </p:spPr>
      </p:pic>
      <p:sp>
        <p:nvSpPr>
          <p:cNvPr id="16" name="presenton-metric_value-slot-11 Placeholder Carrier"/>
          <p:cNvSpPr txBox="1"/>
          <p:nvPr>
            <p:ph type="body" idx="11"/>
          </p:nvPr>
        </p:nvSpPr>
        <p:spPr>
          <a:xfrm>
            <a:off x="3791297" y="3261517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card_heading-slot-12 Placeholder Carrier"/>
          <p:cNvSpPr txBox="1"/>
          <p:nvPr>
            <p:ph type="title" idx="12"/>
          </p:nvPr>
        </p:nvSpPr>
        <p:spPr>
          <a:xfrm>
            <a:off x="3987485" y="464283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card_description-slot-13 Placeholder Carrier"/>
          <p:cNvSpPr txBox="1"/>
          <p:nvPr>
            <p:ph type="body" idx="13"/>
          </p:nvPr>
        </p:nvSpPr>
        <p:spPr>
          <a:xfrm>
            <a:off x="4247962" y="526697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92621" y="3354705"/>
            <a:ext cx="2174462" cy="2866358"/>
          </a:xfrm>
          <a:prstGeom prst="roundRect">
            <a:avLst>
              <a:gd name="adj" fmla="val 3504"/>
            </a:avLst>
          </a:prstGeom>
          <a:solidFill>
            <a:srgbClr val="2443B8"/>
          </a:solidFill>
          <a:ln>
            <a:noFill/>
          </a:ln>
        </p:spPr>
      </p:sp>
      <p:pic>
        <p:nvPicPr>
          <p:cNvPr id="20" name="presenton-image-slot-76 Placeholder Carrier"/>
          <p:cNvPicPr>
            <a:picLocks noChangeAspect="1"/>
          </p:cNvPicPr>
          <p:nvPr>
            <p:ph type="pic" idx="14"/>
          </p:nvPr>
        </p:nvPicPr>
        <p:blipFill>
          <a:blip r:embed="rId7"/>
          <a:srcRect l="12500" t="0" r="12500" b="0"/>
          <a:stretch>
            <a:fillRect/>
          </a:stretch>
        </p:blipFill>
        <p:spPr>
          <a:xfrm>
            <a:off x="7062406" y="2837307"/>
            <a:ext cx="1034796" cy="1034796"/>
          </a:xfrm>
          <a:prstGeom prst="rect">
            <a:avLst/>
          </a:prstGeom>
        </p:spPr>
      </p:pic>
      <p:pic>
        <p:nvPicPr>
          <p:cNvPr id="21" name="presenton-image-slot-77 Placeholder Carrier"/>
          <p:cNvPicPr>
            <a:picLocks noChangeAspect="1"/>
          </p:cNvPicPr>
          <p:nvPr>
            <p:ph type="pic" idx="15"/>
          </p:nvPr>
        </p:nvPicPr>
        <p:blipFill>
          <a:blip r:embed="rId8"/>
          <a:srcRect l="12500" t="0" r="12500" b="0"/>
          <a:stretch>
            <a:fillRect/>
          </a:stretch>
        </p:blipFill>
        <p:spPr>
          <a:xfrm>
            <a:off x="6904196" y="2679002"/>
            <a:ext cx="1351217" cy="1351217"/>
          </a:xfrm>
          <a:prstGeom prst="rect">
            <a:avLst/>
          </a:prstGeom>
        </p:spPr>
      </p:pic>
      <p:sp>
        <p:nvSpPr>
          <p:cNvPr id="22" name="presenton-metric_value-slot-16 Placeholder Carrier"/>
          <p:cNvSpPr txBox="1"/>
          <p:nvPr>
            <p:ph type="body" idx="16"/>
          </p:nvPr>
        </p:nvSpPr>
        <p:spPr>
          <a:xfrm>
            <a:off x="6767574" y="3261517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3" name="presenton-card_heading-slot-17 Placeholder Carrier"/>
          <p:cNvSpPr txBox="1"/>
          <p:nvPr>
            <p:ph type="title" idx="17"/>
          </p:nvPr>
        </p:nvSpPr>
        <p:spPr>
          <a:xfrm>
            <a:off x="6963857" y="464283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4" name="presenton-card_description-slot-18 Placeholder Carrier"/>
          <p:cNvSpPr txBox="1"/>
          <p:nvPr>
            <p:ph type="body" idx="18"/>
          </p:nvPr>
        </p:nvSpPr>
        <p:spPr>
          <a:xfrm>
            <a:off x="7224334" y="526697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469088" y="3354705"/>
            <a:ext cx="2174462" cy="2866358"/>
          </a:xfrm>
          <a:prstGeom prst="roundRect">
            <a:avLst>
              <a:gd name="adj" fmla="val 3504"/>
            </a:avLst>
          </a:prstGeom>
          <a:solidFill>
            <a:srgbClr val="F5F6FB"/>
          </a:solidFill>
          <a:ln>
            <a:noFill/>
          </a:ln>
        </p:spPr>
      </p:sp>
      <p:pic>
        <p:nvPicPr>
          <p:cNvPr id="26" name="presenton-image-slot-78 Placeholder Carrier"/>
          <p:cNvPicPr>
            <a:picLocks noChangeAspect="1"/>
          </p:cNvPicPr>
          <p:nvPr>
            <p:ph type="pic" idx="19"/>
          </p:nvPr>
        </p:nvPicPr>
        <p:blipFill>
          <a:blip r:embed="rId9"/>
          <a:srcRect l="12500" t="0" r="12500" b="0"/>
          <a:stretch>
            <a:fillRect/>
          </a:stretch>
        </p:blipFill>
        <p:spPr>
          <a:xfrm>
            <a:off x="10038874" y="2837307"/>
            <a:ext cx="1034796" cy="1034796"/>
          </a:xfrm>
          <a:prstGeom prst="rect">
            <a:avLst/>
          </a:prstGeom>
        </p:spPr>
      </p:pic>
      <p:pic>
        <p:nvPicPr>
          <p:cNvPr id="27" name="presenton-image-slot-79 Placeholder Carrier"/>
          <p:cNvPicPr>
            <a:picLocks noChangeAspect="1"/>
          </p:cNvPicPr>
          <p:nvPr>
            <p:ph type="pic" idx="20"/>
          </p:nvPr>
        </p:nvPicPr>
        <p:blipFill>
          <a:blip r:embed="rId10"/>
          <a:srcRect l="12500" t="0" r="12500" b="0"/>
          <a:stretch>
            <a:fillRect/>
          </a:stretch>
        </p:blipFill>
        <p:spPr>
          <a:xfrm>
            <a:off x="9880759" y="2679002"/>
            <a:ext cx="1351217" cy="1351217"/>
          </a:xfrm>
          <a:prstGeom prst="rect">
            <a:avLst/>
          </a:prstGeom>
        </p:spPr>
      </p:pic>
      <p:sp>
        <p:nvSpPr>
          <p:cNvPr id="28" name="presenton-metric_value-slot-21 Placeholder Carrier"/>
          <p:cNvSpPr txBox="1"/>
          <p:nvPr>
            <p:ph type="body" idx="21"/>
          </p:nvPr>
        </p:nvSpPr>
        <p:spPr>
          <a:xfrm>
            <a:off x="9744137" y="3261517"/>
            <a:ext cx="1624461" cy="456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9" name="presenton-card_heading-slot-22 Placeholder Carrier"/>
          <p:cNvSpPr txBox="1"/>
          <p:nvPr>
            <p:ph type="title" idx="22"/>
          </p:nvPr>
        </p:nvSpPr>
        <p:spPr>
          <a:xfrm>
            <a:off x="9940324" y="464283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7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30" name="presenton-card_description-slot-23 Placeholder Carrier"/>
          <p:cNvSpPr txBox="1"/>
          <p:nvPr>
            <p:ph type="body" idx="23"/>
          </p:nvPr>
        </p:nvSpPr>
        <p:spPr>
          <a:xfrm>
            <a:off x="10200801" y="526697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1" name="presenton-page_marker-slot-24 Placeholder Carrier"/>
          <p:cNvSpPr txBox="1"/>
          <p:nvPr>
            <p:ph type="body" idx="24"/>
          </p:nvPr>
        </p:nvSpPr>
        <p:spPr>
          <a:xfrm>
            <a:off x="11655186" y="6315661"/>
            <a:ext cx="498714" cy="208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1415" r="0" b="11415"/>
          <a:stretch>
            <a:fillRect/>
          </a:stretch>
        </p:blipFill>
        <p:spPr>
          <a:xfrm>
            <a:off x="0" y="0"/>
            <a:ext cx="8886825" cy="6858000"/>
          </a:xfrm>
          <a:prstGeom prst="rect">
            <a:avLst/>
          </a:prstGeom>
        </p:spPr>
      </p:pic>
      <p:sp>
        <p:nvSpPr>
          <p:cNvPr id="4" name="presenton-main_title-slot-2 Placeholder Carrier"/>
          <p:cNvSpPr txBox="1"/>
          <p:nvPr>
            <p:ph type="title" idx="2"/>
          </p:nvPr>
        </p:nvSpPr>
        <p:spPr>
          <a:xfrm>
            <a:off x="520732" y="2724817"/>
            <a:ext cx="4565706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description-slot-3 Placeholder Carrier"/>
          <p:cNvSpPr txBox="1"/>
          <p:nvPr>
            <p:ph type="body" idx="3"/>
          </p:nvPr>
        </p:nvSpPr>
        <p:spPr>
          <a:xfrm>
            <a:off x="533686" y="4176617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Line 6"/>
          <p:cNvSpPr/>
          <p:nvPr/>
        </p:nvSpPr>
        <p:spPr>
          <a:xfrm>
            <a:off x="4385310" y="823341"/>
            <a:ext cx="757619" cy="757618"/>
          </a:xfrm>
          <a:custGeom>
            <a:avLst/>
            <a:gdLst/>
            <a:ahLst/>
            <a:cxnLst/>
            <a:rect l="l" t="t" r="r" b="b"/>
            <a:pathLst>
              <a:path w="757619" h="757618">
                <a:moveTo>
                  <a:pt x="0" y="0"/>
                </a:moveTo>
                <a:lnTo>
                  <a:pt x="757619" y="757618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7" name="presenton-timeline_marker_label-slot-4 Placeholder Carrier"/>
          <p:cNvSpPr txBox="1"/>
          <p:nvPr>
            <p:ph type="body" idx="4"/>
          </p:nvPr>
        </p:nvSpPr>
        <p:spPr>
          <a:xfrm>
            <a:off x="4066895" y="919915"/>
            <a:ext cx="1394353" cy="391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Line 8"/>
          <p:cNvSpPr/>
          <p:nvPr/>
        </p:nvSpPr>
        <p:spPr>
          <a:xfrm>
            <a:off x="5096542" y="1193387"/>
            <a:ext cx="536924" cy="9525"/>
          </a:xfrm>
          <a:custGeom>
            <a:avLst/>
            <a:gdLst/>
            <a:ahLst/>
            <a:cxnLst/>
            <a:rect l="l" t="t" r="r" b="b"/>
            <a:pathLst>
              <a:path w="536924" h="9525">
                <a:moveTo>
                  <a:pt x="0" y="0"/>
                </a:moveTo>
                <a:lnTo>
                  <a:pt x="536924" y="0"/>
                </a:lnTo>
              </a:path>
            </a:pathLst>
          </a:custGeom>
          <a:noFill/>
          <a:ln w="16954">
            <a:solidFill>
              <a:srgbClr val="1A3DB3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648420" y="662559"/>
            <a:ext cx="5239417" cy="900874"/>
          </a:xfrm>
          <a:prstGeom prst="roundRect">
            <a:avLst>
              <a:gd name="adj" fmla="val 3172"/>
            </a:avLst>
          </a:prstGeom>
          <a:solidFill>
            <a:srgbClr val="F4F6FB"/>
          </a:solidFill>
          <a:ln>
            <a:noFill/>
          </a:ln>
        </p:spPr>
      </p:sp>
      <p:sp>
        <p:nvSpPr>
          <p:cNvPr id="10" name="presenton-card_title-slot-5 Placeholder Carrier"/>
          <p:cNvSpPr txBox="1"/>
          <p:nvPr>
            <p:ph type="title" idx="5"/>
          </p:nvPr>
        </p:nvSpPr>
        <p:spPr>
          <a:xfrm>
            <a:off x="5807480" y="778626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body-slot-6 Placeholder Carrier"/>
          <p:cNvSpPr txBox="1"/>
          <p:nvPr>
            <p:ph type="body" idx="6"/>
          </p:nvPr>
        </p:nvSpPr>
        <p:spPr>
          <a:xfrm>
            <a:off x="5809488" y="1020185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Line 12"/>
          <p:cNvSpPr/>
          <p:nvPr/>
        </p:nvSpPr>
        <p:spPr>
          <a:xfrm>
            <a:off x="4891850" y="1966055"/>
            <a:ext cx="757618" cy="757618"/>
          </a:xfrm>
          <a:custGeom>
            <a:avLst/>
            <a:gdLst/>
            <a:ahLst/>
            <a:cxnLst/>
            <a:rect l="l" t="t" r="r" b="b"/>
            <a:pathLst>
              <a:path w="757618" h="757618">
                <a:moveTo>
                  <a:pt x="0" y="0"/>
                </a:moveTo>
                <a:lnTo>
                  <a:pt x="757618" y="757618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13" name="presenton-timeline_marker_label-slot-7 Placeholder Carrier"/>
          <p:cNvSpPr txBox="1"/>
          <p:nvPr>
            <p:ph type="body" idx="7"/>
          </p:nvPr>
        </p:nvSpPr>
        <p:spPr>
          <a:xfrm>
            <a:off x="4573530" y="2062724"/>
            <a:ext cx="1394353" cy="391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Line 14"/>
          <p:cNvSpPr/>
          <p:nvPr/>
        </p:nvSpPr>
        <p:spPr>
          <a:xfrm>
            <a:off x="5608225" y="2344102"/>
            <a:ext cx="665417" cy="9525"/>
          </a:xfrm>
          <a:custGeom>
            <a:avLst/>
            <a:gdLst/>
            <a:ahLst/>
            <a:cxnLst/>
            <a:rect l="l" t="t" r="r" b="b"/>
            <a:pathLst>
              <a:path w="665417" h="9525">
                <a:moveTo>
                  <a:pt x="0" y="0"/>
                </a:moveTo>
                <a:lnTo>
                  <a:pt x="665417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273641" y="1827562"/>
            <a:ext cx="4614100" cy="900874"/>
          </a:xfrm>
          <a:prstGeom prst="roundRect">
            <a:avLst>
              <a:gd name="adj" fmla="val 3172"/>
            </a:avLst>
          </a:prstGeom>
          <a:solidFill>
            <a:srgbClr val="F4F6FB"/>
          </a:solidFill>
          <a:ln>
            <a:noFill/>
          </a:ln>
        </p:spPr>
      </p:sp>
      <p:sp>
        <p:nvSpPr>
          <p:cNvPr id="16" name="presenton-card_title-slot-8 Placeholder Carrier"/>
          <p:cNvSpPr txBox="1"/>
          <p:nvPr>
            <p:ph type="title" idx="8"/>
          </p:nvPr>
        </p:nvSpPr>
        <p:spPr>
          <a:xfrm>
            <a:off x="6363073" y="2019924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7" name="presenton-card_body-slot-9 Placeholder Carrier"/>
          <p:cNvSpPr txBox="1"/>
          <p:nvPr>
            <p:ph type="body" idx="9"/>
          </p:nvPr>
        </p:nvSpPr>
        <p:spPr>
          <a:xfrm>
            <a:off x="6365081" y="2261483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Line 18"/>
          <p:cNvSpPr/>
          <p:nvPr/>
        </p:nvSpPr>
        <p:spPr>
          <a:xfrm>
            <a:off x="5066252" y="3108960"/>
            <a:ext cx="757618" cy="757619"/>
          </a:xfrm>
          <a:custGeom>
            <a:avLst/>
            <a:gdLst/>
            <a:ahLst/>
            <a:cxnLst/>
            <a:rect l="l" t="t" r="r" b="b"/>
            <a:pathLst>
              <a:path w="757618" h="757619">
                <a:moveTo>
                  <a:pt x="0" y="0"/>
                </a:moveTo>
                <a:lnTo>
                  <a:pt x="757618" y="757619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19" name="presenton-timeline_marker_label-slot-10 Placeholder Carrier"/>
          <p:cNvSpPr txBox="1"/>
          <p:nvPr>
            <p:ph type="body" idx="10"/>
          </p:nvPr>
        </p:nvSpPr>
        <p:spPr>
          <a:xfrm>
            <a:off x="4747837" y="3205534"/>
            <a:ext cx="1394353" cy="391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Line 20"/>
          <p:cNvSpPr/>
          <p:nvPr/>
        </p:nvSpPr>
        <p:spPr>
          <a:xfrm>
            <a:off x="5730430" y="3486912"/>
            <a:ext cx="753713" cy="9525"/>
          </a:xfrm>
          <a:custGeom>
            <a:avLst/>
            <a:gdLst/>
            <a:ahLst/>
            <a:cxnLst/>
            <a:rect l="l" t="t" r="r" b="b"/>
            <a:pathLst>
              <a:path w="753713" h="9525">
                <a:moveTo>
                  <a:pt x="0" y="0"/>
                </a:moveTo>
                <a:lnTo>
                  <a:pt x="753713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484144" y="2992660"/>
            <a:ext cx="4403693" cy="900874"/>
          </a:xfrm>
          <a:prstGeom prst="roundRect">
            <a:avLst>
              <a:gd name="adj" fmla="val 3172"/>
            </a:avLst>
          </a:prstGeom>
          <a:solidFill>
            <a:srgbClr val="F4F6FB"/>
          </a:solidFill>
          <a:ln>
            <a:noFill/>
          </a:ln>
        </p:spPr>
      </p:sp>
      <p:sp>
        <p:nvSpPr>
          <p:cNvPr id="22" name="presenton-card_title-slot-11 Placeholder Carrier"/>
          <p:cNvSpPr txBox="1"/>
          <p:nvPr>
            <p:ph type="title" idx="11"/>
          </p:nvPr>
        </p:nvSpPr>
        <p:spPr>
          <a:xfrm>
            <a:off x="6619963" y="3184927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3" name="presenton-card_body-slot-12 Placeholder Carrier"/>
          <p:cNvSpPr txBox="1"/>
          <p:nvPr>
            <p:ph type="body" idx="12"/>
          </p:nvPr>
        </p:nvSpPr>
        <p:spPr>
          <a:xfrm>
            <a:off x="6621970" y="3426485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Line 24"/>
          <p:cNvSpPr/>
          <p:nvPr/>
        </p:nvSpPr>
        <p:spPr>
          <a:xfrm>
            <a:off x="4891850" y="4251674"/>
            <a:ext cx="757618" cy="757618"/>
          </a:xfrm>
          <a:custGeom>
            <a:avLst/>
            <a:gdLst/>
            <a:ahLst/>
            <a:cxnLst/>
            <a:rect l="l" t="t" r="r" b="b"/>
            <a:pathLst>
              <a:path w="757618" h="757618">
                <a:moveTo>
                  <a:pt x="0" y="0"/>
                </a:moveTo>
                <a:lnTo>
                  <a:pt x="757618" y="757618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25" name="presenton-timeline_marker_label-slot-13 Placeholder Carrier"/>
          <p:cNvSpPr txBox="1"/>
          <p:nvPr>
            <p:ph type="body" idx="13"/>
          </p:nvPr>
        </p:nvSpPr>
        <p:spPr>
          <a:xfrm>
            <a:off x="4573530" y="4348248"/>
            <a:ext cx="1394353" cy="391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6" name="Line 26"/>
          <p:cNvSpPr/>
          <p:nvPr/>
        </p:nvSpPr>
        <p:spPr>
          <a:xfrm>
            <a:off x="5608225" y="4616958"/>
            <a:ext cx="665417" cy="9525"/>
          </a:xfrm>
          <a:custGeom>
            <a:avLst/>
            <a:gdLst/>
            <a:ahLst/>
            <a:cxnLst/>
            <a:rect l="l" t="t" r="r" b="b"/>
            <a:pathLst>
              <a:path w="665417" h="9525">
                <a:moveTo>
                  <a:pt x="0" y="0"/>
                </a:moveTo>
                <a:lnTo>
                  <a:pt x="665417" y="0"/>
                </a:lnTo>
              </a:path>
            </a:pathLst>
          </a:custGeom>
          <a:noFill/>
          <a:ln w="12668">
            <a:solidFill>
              <a:srgbClr val="1A3DB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59354" y="4157758"/>
            <a:ext cx="4628483" cy="900874"/>
          </a:xfrm>
          <a:prstGeom prst="roundRect">
            <a:avLst>
              <a:gd name="adj" fmla="val 3172"/>
            </a:avLst>
          </a:prstGeom>
          <a:solidFill>
            <a:srgbClr val="F4F6FB"/>
          </a:solidFill>
          <a:ln>
            <a:noFill/>
          </a:ln>
        </p:spPr>
      </p:sp>
      <p:sp>
        <p:nvSpPr>
          <p:cNvPr id="28" name="presenton-card_title-slot-14 Placeholder Carrier"/>
          <p:cNvSpPr txBox="1"/>
          <p:nvPr>
            <p:ph type="title" idx="14"/>
          </p:nvPr>
        </p:nvSpPr>
        <p:spPr>
          <a:xfrm>
            <a:off x="6363073" y="4350025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9" name="presenton-card_body-slot-15 Placeholder Carrier"/>
          <p:cNvSpPr txBox="1"/>
          <p:nvPr>
            <p:ph type="body" idx="15"/>
          </p:nvPr>
        </p:nvSpPr>
        <p:spPr>
          <a:xfrm>
            <a:off x="6365081" y="4591583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0" name="Line 30"/>
          <p:cNvSpPr/>
          <p:nvPr/>
        </p:nvSpPr>
        <p:spPr>
          <a:xfrm>
            <a:off x="4385310" y="5394388"/>
            <a:ext cx="757619" cy="757618"/>
          </a:xfrm>
          <a:custGeom>
            <a:avLst/>
            <a:gdLst/>
            <a:ahLst/>
            <a:cxnLst/>
            <a:rect l="l" t="t" r="r" b="b"/>
            <a:pathLst>
              <a:path w="757619" h="757618">
                <a:moveTo>
                  <a:pt x="0" y="0"/>
                </a:moveTo>
                <a:lnTo>
                  <a:pt x="757619" y="757618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31" name="presenton-timeline_marker_label-slot-16 Placeholder Carrier"/>
          <p:cNvSpPr txBox="1"/>
          <p:nvPr>
            <p:ph type="body" idx="16"/>
          </p:nvPr>
        </p:nvSpPr>
        <p:spPr>
          <a:xfrm>
            <a:off x="4066895" y="5491058"/>
            <a:ext cx="1394353" cy="391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2" name="Line 32"/>
          <p:cNvSpPr/>
          <p:nvPr/>
        </p:nvSpPr>
        <p:spPr>
          <a:xfrm>
            <a:off x="5096542" y="5772436"/>
            <a:ext cx="536924" cy="9525"/>
          </a:xfrm>
          <a:custGeom>
            <a:avLst/>
            <a:gdLst/>
            <a:ahLst/>
            <a:cxnLst/>
            <a:rect l="l" t="t" r="r" b="b"/>
            <a:pathLst>
              <a:path w="536924" h="9525">
                <a:moveTo>
                  <a:pt x="0" y="0"/>
                </a:moveTo>
                <a:lnTo>
                  <a:pt x="536924" y="0"/>
                </a:lnTo>
              </a:path>
            </a:pathLst>
          </a:custGeom>
          <a:noFill/>
          <a:ln w="16954">
            <a:solidFill>
              <a:srgbClr val="1A3DB3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5648420" y="5322761"/>
            <a:ext cx="5239417" cy="900874"/>
          </a:xfrm>
          <a:prstGeom prst="roundRect">
            <a:avLst>
              <a:gd name="adj" fmla="val 3172"/>
            </a:avLst>
          </a:prstGeom>
          <a:solidFill>
            <a:srgbClr val="F4F6FB"/>
          </a:solidFill>
          <a:ln>
            <a:noFill/>
          </a:ln>
        </p:spPr>
      </p:sp>
      <p:sp>
        <p:nvSpPr>
          <p:cNvPr id="34" name="presenton-card_title-slot-17 Placeholder Carrier"/>
          <p:cNvSpPr txBox="1"/>
          <p:nvPr>
            <p:ph type="title" idx="17"/>
          </p:nvPr>
        </p:nvSpPr>
        <p:spPr>
          <a:xfrm>
            <a:off x="5807480" y="5438827"/>
            <a:ext cx="947140" cy="260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35" name="presenton-card_body-slot-18 Placeholder Carrier"/>
          <p:cNvSpPr txBox="1"/>
          <p:nvPr>
            <p:ph type="body" idx="18"/>
          </p:nvPr>
        </p:nvSpPr>
        <p:spPr>
          <a:xfrm>
            <a:off x="5809488" y="5680386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6" name="presenton-page_marker-slot-19 Placeholder Carrier"/>
          <p:cNvSpPr txBox="1"/>
          <p:nvPr>
            <p:ph type="body" idx="19"/>
          </p:nvPr>
        </p:nvSpPr>
        <p:spPr>
          <a:xfrm>
            <a:off x="11655186" y="6315661"/>
            <a:ext cx="498714" cy="208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line-slot-1 Placeholder Carrier"/>
          <p:cNvSpPr txBox="1"/>
          <p:nvPr>
            <p:ph type="title" idx="1"/>
          </p:nvPr>
        </p:nvSpPr>
        <p:spPr>
          <a:xfrm>
            <a:off x="520732" y="1384287"/>
            <a:ext cx="4720136" cy="1288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mmary_paragraph-slot-2 Placeholder Carrier"/>
          <p:cNvSpPr txBox="1"/>
          <p:nvPr>
            <p:ph type="body" idx="2"/>
          </p:nvPr>
        </p:nvSpPr>
        <p:spPr>
          <a:xfrm>
            <a:off x="533686" y="216703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39782" y="4320826"/>
            <a:ext cx="3814191" cy="1987201"/>
          </a:xfrm>
          <a:prstGeom prst="roundRect">
            <a:avLst>
              <a:gd name="adj" fmla="val 2397"/>
            </a:avLst>
          </a:prstGeom>
          <a:solidFill>
            <a:schemeClr val="lt1">
              <a:alpha val="0"/>
            </a:schemeClr>
          </a:solidFill>
          <a:ln>
            <a:noFill/>
          </a:ln>
        </p:spPr>
      </p:sp>
      <p:pic>
        <p:nvPicPr>
          <p:cNvPr id="6" name="presenton-image-slot-8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5529" r="0" b="5529"/>
          <a:stretch>
            <a:fillRect/>
          </a:stretch>
        </p:blipFill>
        <p:spPr>
          <a:xfrm>
            <a:off x="539782" y="4042220"/>
            <a:ext cx="3814191" cy="2544318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3928872" y="4320826"/>
            <a:ext cx="3206782" cy="1987201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sp>
      <p:pic>
        <p:nvPicPr>
          <p:cNvPr id="8" name="presenton-image-slot-8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24688" t="0" r="24688" b="0"/>
          <a:stretch>
            <a:fillRect/>
          </a:stretch>
        </p:blipFill>
        <p:spPr>
          <a:xfrm>
            <a:off x="3928872" y="2107120"/>
            <a:ext cx="3206782" cy="475088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7476268" y="539782"/>
            <a:ext cx="4318730" cy="5768340"/>
          </a:xfrm>
          <a:prstGeom prst="roundRect">
            <a:avLst>
              <a:gd name="adj" fmla="val 1985"/>
            </a:avLst>
          </a:prstGeom>
          <a:solidFill>
            <a:schemeClr val="lt1">
              <a:alpha val="0"/>
            </a:schemeClr>
          </a:solidFill>
          <a:ln>
            <a:noFill/>
          </a:ln>
        </p:spPr>
      </p:sp>
      <p:pic>
        <p:nvPicPr>
          <p:cNvPr id="10" name="presenton-image-slot-83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25000" t="0" r="25000" b="0"/>
          <a:stretch>
            <a:fillRect/>
          </a:stretch>
        </p:blipFill>
        <p:spPr>
          <a:xfrm>
            <a:off x="7476268" y="184880"/>
            <a:ext cx="4318730" cy="6478048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713059" y="4769072"/>
            <a:ext cx="3845052" cy="1297210"/>
          </a:xfrm>
          <a:prstGeom prst="roundRect">
            <a:avLst>
              <a:gd name="adj" fmla="val 4406"/>
            </a:avLst>
          </a:prstGeom>
          <a:solidFill>
            <a:srgbClr val="244CCB">
              <a:alpha val="88000"/>
            </a:srgbClr>
          </a:solidFill>
          <a:ln>
            <a:noFill/>
          </a:ln>
        </p:spPr>
      </p:sp>
      <p:sp>
        <p:nvSpPr>
          <p:cNvPr id="12" name="presenton-metric_value-slot-6 Placeholder Carrier"/>
          <p:cNvSpPr txBox="1"/>
          <p:nvPr>
            <p:ph type="body" idx="6"/>
          </p:nvPr>
        </p:nvSpPr>
        <p:spPr>
          <a:xfrm>
            <a:off x="7936805" y="5000039"/>
            <a:ext cx="2509838" cy="7039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metric_label-slot-7 Placeholder Carrier"/>
          <p:cNvSpPr txBox="1"/>
          <p:nvPr>
            <p:ph type="body" idx="7"/>
          </p:nvPr>
        </p:nvSpPr>
        <p:spPr>
          <a:xfrm>
            <a:off x="7948315" y="5480180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metric_description-slot-8 Placeholder Carrier"/>
          <p:cNvSpPr txBox="1"/>
          <p:nvPr>
            <p:ph type="body" idx="8"/>
          </p:nvPr>
        </p:nvSpPr>
        <p:spPr>
          <a:xfrm>
            <a:off x="7950327" y="5678291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page_marker-slot-9 Placeholder Carrier"/>
          <p:cNvSpPr txBox="1"/>
          <p:nvPr>
            <p:ph type="body" idx="9"/>
          </p:nvPr>
        </p:nvSpPr>
        <p:spPr>
          <a:xfrm>
            <a:off x="11655186" y="6315661"/>
            <a:ext cx="498714" cy="208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line-slot-1 Placeholder Carrier"/>
          <p:cNvSpPr txBox="1"/>
          <p:nvPr>
            <p:ph type="title" idx="1"/>
          </p:nvPr>
        </p:nvSpPr>
        <p:spPr>
          <a:xfrm>
            <a:off x="520732" y="1751619"/>
            <a:ext cx="6439924" cy="1756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12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pporting_paragraph-slot-2 Placeholder Carrier"/>
          <p:cNvSpPr txBox="1"/>
          <p:nvPr>
            <p:ph type="body" idx="2"/>
          </p:nvPr>
        </p:nvSpPr>
        <p:spPr>
          <a:xfrm>
            <a:off x="533686" y="2748439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4553331" y="-742093"/>
            <a:ext cx="4184999" cy="14934914"/>
          </a:xfrm>
          <a:prstGeom prst="rect">
            <a:avLst/>
          </a:prstGeom>
          <a:noFill/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334155"/>
      </a:dk1>
      <a:lt1>
        <a:srgbClr val="FFFFFF"/>
      </a:lt1>
      <a:dk2>
        <a:srgbClr val="334155"/>
      </a:dk2>
      <a:lt2>
        <a:srgbClr val="FFFFFF"/>
      </a:lt2>
      <a:accent1>
        <a:srgbClr val="1E4CD9"/>
      </a:accent1>
      <a:accent2>
        <a:srgbClr val="234CD9"/>
      </a:accent2>
      <a:accent3>
        <a:srgbClr val="234CD9"/>
      </a:accent3>
      <a:accent4>
        <a:srgbClr val="1E4CD9"/>
      </a:accent4>
      <a:accent5>
        <a:srgbClr val="4BACC6"/>
      </a:accent5>
      <a:accent6>
        <a:srgbClr val="F79646"/>
      </a:accent6>
      <a:hlink>
        <a:srgbClr val="234CD9"/>
      </a:hlink>
      <a:folHlink>
        <a:srgbClr val="234CD9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2026-08-03T22:49:47Z</dcterms:created>
  <dcterms:modified xsi:type="dcterms:W3CDTF">2026-08-03T22:49:47Z</dcterms:modified>
  <cp:category/>
  <cp:contentStatus/>
</cp:coreProperties>
</file>