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Executiv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main_headline-slot-5 Placeholder"/>
          <p:cNvSpPr>
            <a:spLocks noGrp="1"/>
          </p:cNvSpPr>
          <p:nvPr>
            <p:ph type="title" idx="5"/>
          </p:nvPr>
        </p:nvSpPr>
        <p:spPr>
          <a:xfrm>
            <a:off x="0" y="2070925"/>
            <a:ext cx="12192000" cy="208911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8000"/>
            </a:lvl1pPr>
          </a:lstStyle>
          <a:p>
            <a:pPr algn="ctr"/>
            <a:r>
              <a:rPr lang="en-US" sz="80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supporting_tagline-slot-6 Placeholder"/>
          <p:cNvSpPr>
            <a:spLocks noGrp="1"/>
          </p:cNvSpPr>
          <p:nvPr>
            <p:ph type="body" idx="6"/>
          </p:nvPr>
        </p:nvSpPr>
        <p:spPr>
          <a:xfrm>
            <a:off x="2706338" y="4239673"/>
            <a:ext cx="6779324" cy="69313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800"/>
            </a:lvl1pPr>
          </a:lstStyle>
          <a:p>
            <a:pPr algn="ctr"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4" name="presenton-presenter_label-slot-7 Placeholder"/>
          <p:cNvSpPr>
            <a:spLocks noGrp="1"/>
          </p:cNvSpPr>
          <p:nvPr>
            <p:ph type="body" idx="7"/>
          </p:nvPr>
        </p:nvSpPr>
        <p:spPr>
          <a:xfrm>
            <a:off x="569500" y="5996083"/>
            <a:ext cx="2168652" cy="1761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70"/>
            </a:lvl1pPr>
          </a:lstStyle>
          <a:p>
            <a:pPr algn="l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5" name="presenton-presenter_name-slot-8 Placeholder"/>
          <p:cNvSpPr>
            <a:spLocks noGrp="1"/>
          </p:cNvSpPr>
          <p:nvPr>
            <p:ph type="body" idx="8"/>
          </p:nvPr>
        </p:nvSpPr>
        <p:spPr>
          <a:xfrm>
            <a:off x="569500" y="6193250"/>
            <a:ext cx="988409" cy="226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330"/>
            </a:lvl1pPr>
          </a:lstStyle>
          <a:p>
            <a:pPr algn="l" marL="0" indent="0">
              <a:buNone/>
            </a:pPr>
            <a:r>
              <a:rPr lang="en-US" sz="133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6" name="presenton-date_label-slot-9 Placeholder"/>
          <p:cNvSpPr>
            <a:spLocks noGrp="1"/>
          </p:cNvSpPr>
          <p:nvPr>
            <p:ph type="body" idx="9"/>
          </p:nvPr>
        </p:nvSpPr>
        <p:spPr>
          <a:xfrm>
            <a:off x="11082623" y="6003893"/>
            <a:ext cx="329374" cy="1604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930"/>
            </a:lvl1pPr>
          </a:lstStyle>
          <a:p>
            <a:pPr algn="r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7" name="presenton-date_value-slot-10 Placeholder"/>
          <p:cNvSpPr>
            <a:spLocks noGrp="1"/>
          </p:cNvSpPr>
          <p:nvPr>
            <p:ph type="body" idx="10"/>
          </p:nvPr>
        </p:nvSpPr>
        <p:spPr>
          <a:xfrm>
            <a:off x="10078784" y="6221635"/>
            <a:ext cx="1333214" cy="1761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70"/>
            </a:lvl1pPr>
          </a:lstStyle>
          <a:p>
            <a:pPr algn="r" marL="0" indent="0">
              <a:buNone/>
            </a:pPr>
            <a:r>
              <a:rPr lang="en-US" sz="107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5834711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Executiv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section_title-slot-5 Placeholder"/>
          <p:cNvSpPr>
            <a:spLocks noGrp="1"/>
          </p:cNvSpPr>
          <p:nvPr>
            <p:ph type="title" idx="5"/>
          </p:nvPr>
        </p:nvSpPr>
        <p:spPr>
          <a:xfrm>
            <a:off x="507968" y="304800"/>
            <a:ext cx="10919174" cy="12552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7330"/>
            </a:lvl1pPr>
          </a:lstStyle>
          <a:p>
            <a:pPr algn="l"/>
            <a:r>
              <a:rPr lang="en-US" sz="733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list_item-slot-6 Placeholder"/>
          <p:cNvSpPr>
            <a:spLocks noGrp="1"/>
          </p:cNvSpPr>
          <p:nvPr>
            <p:ph type="body" idx="6"/>
          </p:nvPr>
        </p:nvSpPr>
        <p:spPr>
          <a:xfrm>
            <a:off x="507968" y="1784794"/>
            <a:ext cx="10290429" cy="3099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600"/>
            </a:lvl1pPr>
          </a:lstStyle>
          <a:p>
            <a:pPr algn="l"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4" name="presenton-footer_page_value-slot-8 Placeholder"/>
          <p:cNvSpPr>
            <a:spLocks noGrp="1"/>
          </p:cNvSpPr>
          <p:nvPr>
            <p:ph type="body" idx="8"/>
          </p:nvPr>
        </p:nvSpPr>
        <p:spPr>
          <a:xfrm>
            <a:off x="11442192" y="6242399"/>
            <a:ext cx="300323" cy="1713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70"/>
            </a:lvl1pPr>
          </a:lstStyle>
          <a:p>
            <a:pPr algn="r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2219534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Executiv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headline_text-slot-1 Placeholder"/>
          <p:cNvSpPr>
            <a:spLocks noGrp="1"/>
          </p:cNvSpPr>
          <p:nvPr>
            <p:ph type="title" idx="1"/>
          </p:nvPr>
        </p:nvSpPr>
        <p:spPr>
          <a:xfrm>
            <a:off x="507968" y="527018"/>
            <a:ext cx="4896040" cy="48894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4200"/>
            </a:lvl1pPr>
          </a:lstStyle>
          <a:p>
            <a:pPr algn="l"/>
            <a:r>
              <a:rPr lang="en-US" sz="42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supporting_paragraph-slot-2 Placeholder"/>
          <p:cNvSpPr>
            <a:spLocks noGrp="1"/>
          </p:cNvSpPr>
          <p:nvPr>
            <p:ph type="body" idx="2"/>
          </p:nvPr>
        </p:nvSpPr>
        <p:spPr>
          <a:xfrm>
            <a:off x="507968" y="5458587"/>
            <a:ext cx="4875276" cy="7612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330"/>
            </a:lvl1pPr>
          </a:lstStyle>
          <a:p>
            <a:pPr algn="l" marL="0" indent="0">
              <a:buNone/>
            </a:pPr>
            <a:r>
              <a:rPr lang="en-US" sz="13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4" name="presenton-image-slot-9 Placeholder"/>
          <p:cNvSpPr>
            <a:spLocks noGrp="1"/>
          </p:cNvSpPr>
          <p:nvPr>
            <p:ph type="pic" idx="3"/>
          </p:nvPr>
        </p:nvSpPr>
        <p:spPr>
          <a:xfrm>
            <a:off x="6315742" y="444532"/>
            <a:ext cx="5190458" cy="5812155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5" name="presenton-footer_value-slot-5 Placeholder"/>
          <p:cNvSpPr>
            <a:spLocks noGrp="1"/>
          </p:cNvSpPr>
          <p:nvPr>
            <p:ph type="body" idx="5"/>
          </p:nvPr>
        </p:nvSpPr>
        <p:spPr>
          <a:xfrm>
            <a:off x="11383804" y="6242399"/>
            <a:ext cx="300323" cy="1713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70"/>
            </a:lvl1pPr>
          </a:lstStyle>
          <a:p>
            <a:pPr algn="r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20855368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Executiv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headline_text-slot-3 Placeholder"/>
          <p:cNvSpPr>
            <a:spLocks noGrp="1"/>
          </p:cNvSpPr>
          <p:nvPr>
            <p:ph type="title" idx="3"/>
          </p:nvPr>
        </p:nvSpPr>
        <p:spPr>
          <a:xfrm>
            <a:off x="507968" y="501682"/>
            <a:ext cx="5810250" cy="1123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4200"/>
            </a:lvl1pPr>
          </a:lstStyle>
          <a:p>
            <a:pPr algn="l"/>
            <a:r>
              <a:rPr lang="en-US" sz="42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body_paragraph-slot-4 Placeholder"/>
          <p:cNvSpPr>
            <a:spLocks noGrp="1"/>
          </p:cNvSpPr>
          <p:nvPr>
            <p:ph type="body" idx="4"/>
          </p:nvPr>
        </p:nvSpPr>
        <p:spPr>
          <a:xfrm>
            <a:off x="507968" y="3924490"/>
            <a:ext cx="5129879" cy="10364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330"/>
            </a:lvl1pPr>
          </a:lstStyle>
          <a:p>
            <a:pPr algn="l" marL="0" indent="0">
              <a:buNone/>
            </a:pPr>
            <a:r>
              <a:rPr lang="en-US" sz="13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4" name="presenton-body_paragraph-slot-5 Placeholder"/>
          <p:cNvSpPr>
            <a:spLocks noGrp="1"/>
          </p:cNvSpPr>
          <p:nvPr>
            <p:ph type="body" idx="5"/>
          </p:nvPr>
        </p:nvSpPr>
        <p:spPr>
          <a:xfrm>
            <a:off x="507968" y="5189506"/>
            <a:ext cx="5022056" cy="93135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330"/>
            </a:lvl1pPr>
          </a:lstStyle>
          <a:p>
            <a:pPr algn="l" marL="0" indent="0">
              <a:buNone/>
            </a:pPr>
            <a:r>
              <a:rPr lang="en-US" sz="13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5" name="presenton-image-slot-12 Placeholder"/>
          <p:cNvSpPr>
            <a:spLocks noGrp="1"/>
          </p:cNvSpPr>
          <p:nvPr>
            <p:ph type="pic" idx="6"/>
          </p:nvPr>
        </p:nvSpPr>
        <p:spPr>
          <a:xfrm>
            <a:off x="6315742" y="444532"/>
            <a:ext cx="5190458" cy="5812155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6" name="presenton-footer_value-slot-8 Placeholder"/>
          <p:cNvSpPr>
            <a:spLocks noGrp="1"/>
          </p:cNvSpPr>
          <p:nvPr>
            <p:ph type="body" idx="8"/>
          </p:nvPr>
        </p:nvSpPr>
        <p:spPr>
          <a:xfrm>
            <a:off x="11442192" y="6242399"/>
            <a:ext cx="300323" cy="1713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70"/>
            </a:lvl1pPr>
          </a:lstStyle>
          <a:p>
            <a:pPr algn="r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3128801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Executive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headline_text-slot-1 Placeholder"/>
          <p:cNvSpPr>
            <a:spLocks noGrp="1"/>
          </p:cNvSpPr>
          <p:nvPr>
            <p:ph type="title" idx="1"/>
          </p:nvPr>
        </p:nvSpPr>
        <p:spPr>
          <a:xfrm>
            <a:off x="504825" y="495300"/>
            <a:ext cx="981075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4200"/>
            </a:lvl1pPr>
          </a:lstStyle>
          <a:p>
            <a:pPr algn="l"/>
            <a:r>
              <a:rPr lang="en-US" sz="42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subtitle_text-slot-2 Placeholder"/>
          <p:cNvSpPr>
            <a:spLocks noGrp="1"/>
          </p:cNvSpPr>
          <p:nvPr>
            <p:ph type="title" idx="2"/>
          </p:nvPr>
        </p:nvSpPr>
        <p:spPr>
          <a:xfrm>
            <a:off x="504825" y="1123950"/>
            <a:ext cx="9570815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340"/>
            </a:lvl1pPr>
          </a:lstStyle>
          <a:p>
            <a:pPr algn="l"/>
            <a:r>
              <a:rPr lang="en-US" sz="134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4" name="presenton-card_index-slot-3 Placeholder"/>
          <p:cNvSpPr>
            <a:spLocks noGrp="1"/>
          </p:cNvSpPr>
          <p:nvPr>
            <p:ph type="body" idx="3"/>
          </p:nvPr>
        </p:nvSpPr>
        <p:spPr>
          <a:xfrm>
            <a:off x="1162050" y="2867025"/>
            <a:ext cx="1618964" cy="7706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5000"/>
            </a:lvl1pPr>
          </a:lstStyle>
          <a:p>
            <a:pPr algn="ctr" marL="0" indent="0">
              <a:buNone/>
            </a:pPr>
            <a:r>
              <a:rPr lang="en-US" sz="50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5" name="presenton-card_heading-slot-4 Placeholder"/>
          <p:cNvSpPr>
            <a:spLocks noGrp="1"/>
          </p:cNvSpPr>
          <p:nvPr>
            <p:ph type="title" idx="4"/>
          </p:nvPr>
        </p:nvSpPr>
        <p:spPr>
          <a:xfrm>
            <a:off x="647700" y="4638675"/>
            <a:ext cx="2333625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600"/>
            </a:lvl1pPr>
          </a:lstStyle>
          <a:p>
            <a:pPr algn="ctr"/>
            <a:r>
              <a:rPr lang="en-US" sz="16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6" name="presenton-card_body-slot-5 Placeholder"/>
          <p:cNvSpPr>
            <a:spLocks noGrp="1"/>
          </p:cNvSpPr>
          <p:nvPr>
            <p:ph type="body" idx="5"/>
          </p:nvPr>
        </p:nvSpPr>
        <p:spPr>
          <a:xfrm>
            <a:off x="676275" y="4981575"/>
            <a:ext cx="2286000" cy="742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930"/>
            </a:lvl1pPr>
          </a:lstStyle>
          <a:p>
            <a:pPr algn="ctr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7" name="presenton-footer_value-slot-7 Placeholder"/>
          <p:cNvSpPr>
            <a:spLocks noGrp="1"/>
          </p:cNvSpPr>
          <p:nvPr>
            <p:ph type="body" idx="7"/>
          </p:nvPr>
        </p:nvSpPr>
        <p:spPr>
          <a:xfrm>
            <a:off x="11249025" y="6229350"/>
            <a:ext cx="304800" cy="1809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060"/>
            </a:lvl1pPr>
          </a:lstStyle>
          <a:p>
            <a:pPr algn="r" marL="0" indent="0">
              <a:buNone/>
            </a:pPr>
            <a:r>
              <a:rPr lang="en-US" sz="106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19854154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Executive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intro_headline-slot-3 Placeholder"/>
          <p:cNvSpPr>
            <a:spLocks noGrp="1"/>
          </p:cNvSpPr>
          <p:nvPr>
            <p:ph type="title" idx="3"/>
          </p:nvPr>
        </p:nvSpPr>
        <p:spPr>
          <a:xfrm>
            <a:off x="507968" y="501682"/>
            <a:ext cx="5555552" cy="6399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4200"/>
            </a:lvl1pPr>
          </a:lstStyle>
          <a:p>
            <a:pPr algn="l"/>
            <a:r>
              <a:rPr lang="en-US" sz="42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intro_description-slot-4 Placeholder"/>
          <p:cNvSpPr>
            <a:spLocks noGrp="1"/>
          </p:cNvSpPr>
          <p:nvPr>
            <p:ph type="body" idx="4"/>
          </p:nvPr>
        </p:nvSpPr>
        <p:spPr>
          <a:xfrm>
            <a:off x="507968" y="1899285"/>
            <a:ext cx="5098352" cy="40910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330"/>
            </a:lvl1pPr>
          </a:lstStyle>
          <a:p>
            <a:pPr algn="l" marL="0" indent="0">
              <a:buNone/>
            </a:pPr>
            <a:r>
              <a:rPr lang="en-US" sz="133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4" name="presenton-image-slot-15 Placeholder"/>
          <p:cNvSpPr>
            <a:spLocks noGrp="1"/>
          </p:cNvSpPr>
          <p:nvPr>
            <p:ph type="pic" idx="5"/>
          </p:nvPr>
        </p:nvSpPr>
        <p:spPr>
          <a:xfrm>
            <a:off x="6419850" y="723900"/>
            <a:ext cx="217075" cy="224599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5" name="presenton-card_heading-slot-6 Placeholder"/>
          <p:cNvSpPr>
            <a:spLocks noGrp="1"/>
          </p:cNvSpPr>
          <p:nvPr>
            <p:ph type="title" idx="6"/>
          </p:nvPr>
        </p:nvSpPr>
        <p:spPr>
          <a:xfrm>
            <a:off x="6419850" y="1162050"/>
            <a:ext cx="4398740" cy="2883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600"/>
            </a:lvl1pPr>
          </a:lstStyle>
          <a:p>
            <a:pPr algn="l"/>
            <a:r>
              <a:rPr lang="en-US" sz="16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6" name="presenton-card_body-slot-7 Placeholder"/>
          <p:cNvSpPr>
            <a:spLocks noGrp="1"/>
          </p:cNvSpPr>
          <p:nvPr>
            <p:ph type="body" idx="7"/>
          </p:nvPr>
        </p:nvSpPr>
        <p:spPr>
          <a:xfrm>
            <a:off x="6419850" y="1557338"/>
            <a:ext cx="4818888" cy="101184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930"/>
            </a:lvl1pPr>
          </a:lstStyle>
          <a:p>
            <a:pPr algn="l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7" name="presenton-footer_number-slot-9 Placeholder"/>
          <p:cNvSpPr>
            <a:spLocks noGrp="1"/>
          </p:cNvSpPr>
          <p:nvPr>
            <p:ph type="body" idx="9"/>
          </p:nvPr>
        </p:nvSpPr>
        <p:spPr>
          <a:xfrm>
            <a:off x="11254930" y="6238018"/>
            <a:ext cx="300323" cy="1713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70"/>
            </a:lvl1pPr>
          </a:lstStyle>
          <a:p>
            <a:pPr algn="r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3675065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Executive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main_heading-slot-5 Placeholder"/>
          <p:cNvSpPr>
            <a:spLocks noGrp="1"/>
          </p:cNvSpPr>
          <p:nvPr>
            <p:ph type="title" idx="5"/>
          </p:nvPr>
        </p:nvSpPr>
        <p:spPr>
          <a:xfrm>
            <a:off x="1809750" y="501682"/>
            <a:ext cx="8572500" cy="1162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3900"/>
            </a:lvl1pPr>
          </a:lstStyle>
          <a:p>
            <a:pPr algn="ctr"/>
            <a:r>
              <a:rPr lang="en-US" sz="39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supporting_subtitle-slot-6 Placeholder"/>
          <p:cNvSpPr>
            <a:spLocks noGrp="1"/>
          </p:cNvSpPr>
          <p:nvPr>
            <p:ph type="title" idx="6"/>
          </p:nvPr>
        </p:nvSpPr>
        <p:spPr>
          <a:xfrm>
            <a:off x="2340864" y="1755838"/>
            <a:ext cx="7510177" cy="61293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1330"/>
            </a:lvl1pPr>
          </a:lstStyle>
          <a:p>
            <a:pPr algn="ctr"/>
            <a:r>
              <a:rPr lang="en-US" sz="133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4" name="presenton-callout_title-slot-12 Placeholder"/>
          <p:cNvSpPr>
            <a:spLocks noGrp="1"/>
          </p:cNvSpPr>
          <p:nvPr>
            <p:ph type="title" idx="12"/>
          </p:nvPr>
        </p:nvSpPr>
        <p:spPr>
          <a:xfrm>
            <a:off x="507968" y="3723704"/>
            <a:ext cx="2147506" cy="2883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600"/>
            </a:lvl1pPr>
          </a:lstStyle>
          <a:p>
            <a:pPr algn="ctr"/>
            <a:r>
              <a:rPr lang="en-US" sz="16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5" name="presenton-callout_description-slot-13 Placeholder"/>
          <p:cNvSpPr>
            <a:spLocks noGrp="1"/>
          </p:cNvSpPr>
          <p:nvPr>
            <p:ph type="body" idx="13"/>
          </p:nvPr>
        </p:nvSpPr>
        <p:spPr>
          <a:xfrm>
            <a:off x="596741" y="4014121"/>
            <a:ext cx="2047304" cy="9469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70"/>
            </a:lvl1pPr>
          </a:lstStyle>
          <a:p>
            <a:pPr algn="l" marL="0" indent="0">
              <a:buNone/>
            </a:pPr>
            <a:r>
              <a:rPr lang="en-US" sz="107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6" name="presenton-callout_title-slot-14 Placeholder"/>
          <p:cNvSpPr>
            <a:spLocks noGrp="1"/>
          </p:cNvSpPr>
          <p:nvPr>
            <p:ph type="title" idx="14"/>
          </p:nvPr>
        </p:nvSpPr>
        <p:spPr>
          <a:xfrm>
            <a:off x="3639407" y="4496086"/>
            <a:ext cx="2486406" cy="2771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600"/>
            </a:lvl1pPr>
          </a:lstStyle>
          <a:p>
            <a:pPr algn="l"/>
            <a:r>
              <a:rPr lang="en-US" sz="16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7" name="presenton-callout_description-slot-15 Placeholder"/>
          <p:cNvSpPr>
            <a:spLocks noGrp="1"/>
          </p:cNvSpPr>
          <p:nvPr>
            <p:ph type="body" idx="15"/>
          </p:nvPr>
        </p:nvSpPr>
        <p:spPr>
          <a:xfrm>
            <a:off x="3671888" y="4837462"/>
            <a:ext cx="2437162" cy="10364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70"/>
            </a:lvl1pPr>
          </a:lstStyle>
          <a:p>
            <a:pPr algn="l" marL="0" indent="0">
              <a:buNone/>
            </a:pPr>
            <a:r>
              <a:rPr lang="en-US" sz="107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8" name="presenton-callout_title-slot-16 Placeholder"/>
          <p:cNvSpPr>
            <a:spLocks noGrp="1"/>
          </p:cNvSpPr>
          <p:nvPr>
            <p:ph type="title" idx="16"/>
          </p:nvPr>
        </p:nvSpPr>
        <p:spPr>
          <a:xfrm>
            <a:off x="6770751" y="4496086"/>
            <a:ext cx="2435162" cy="2771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600"/>
            </a:lvl1pPr>
          </a:lstStyle>
          <a:p>
            <a:pPr algn="l"/>
            <a:r>
              <a:rPr lang="en-US" sz="16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9" name="presenton-callout_description-slot-17 Placeholder"/>
          <p:cNvSpPr>
            <a:spLocks noGrp="1"/>
          </p:cNvSpPr>
          <p:nvPr>
            <p:ph type="body" idx="17"/>
          </p:nvPr>
        </p:nvSpPr>
        <p:spPr>
          <a:xfrm>
            <a:off x="6770751" y="4869942"/>
            <a:ext cx="2339721" cy="9714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70"/>
            </a:lvl1pPr>
          </a:lstStyle>
          <a:p>
            <a:pPr algn="l" marL="0" indent="0">
              <a:buNone/>
            </a:pPr>
            <a:r>
              <a:rPr lang="en-US" sz="107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0" name="presenton-callout_title-slot-18 Placeholder"/>
          <p:cNvSpPr>
            <a:spLocks noGrp="1"/>
          </p:cNvSpPr>
          <p:nvPr>
            <p:ph type="title" idx="18"/>
          </p:nvPr>
        </p:nvSpPr>
        <p:spPr>
          <a:xfrm>
            <a:off x="9529762" y="3734848"/>
            <a:ext cx="2226564" cy="2771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600"/>
            </a:lvl1pPr>
          </a:lstStyle>
          <a:p>
            <a:pPr algn="l"/>
            <a:r>
              <a:rPr lang="en-US" sz="16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11" name="presenton-callout_description-slot-19 Placeholder"/>
          <p:cNvSpPr>
            <a:spLocks noGrp="1"/>
          </p:cNvSpPr>
          <p:nvPr>
            <p:ph type="body" idx="19"/>
          </p:nvPr>
        </p:nvSpPr>
        <p:spPr>
          <a:xfrm>
            <a:off x="9529762" y="4108704"/>
            <a:ext cx="2188083" cy="105803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70"/>
            </a:lvl1pPr>
          </a:lstStyle>
          <a:p>
            <a:pPr algn="l" marL="0" indent="0">
              <a:buNone/>
            </a:pPr>
            <a:r>
              <a:rPr lang="en-US" sz="107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2" name="presenton-footer_page_value-slot-21 Placeholder"/>
          <p:cNvSpPr>
            <a:spLocks noGrp="1"/>
          </p:cNvSpPr>
          <p:nvPr>
            <p:ph type="body" idx="21"/>
          </p:nvPr>
        </p:nvSpPr>
        <p:spPr>
          <a:xfrm>
            <a:off x="11254930" y="6238018"/>
            <a:ext cx="300323" cy="1713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70"/>
            </a:lvl1pPr>
          </a:lstStyle>
          <a:p>
            <a:pPr algn="r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654070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Executive 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title_primary_line-slot-1 Placeholder"/>
          <p:cNvSpPr>
            <a:spLocks noGrp="1"/>
          </p:cNvSpPr>
          <p:nvPr>
            <p:ph type="title" idx="1"/>
          </p:nvPr>
        </p:nvSpPr>
        <p:spPr>
          <a:xfrm>
            <a:off x="504825" y="485775"/>
            <a:ext cx="9955054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4200"/>
            </a:lvl1pPr>
          </a:lstStyle>
          <a:p>
            <a:pPr algn="l"/>
            <a:r>
              <a:rPr lang="en-US" sz="42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title_emphasis_line-slot-2 Placeholder"/>
          <p:cNvSpPr>
            <a:spLocks noGrp="1"/>
          </p:cNvSpPr>
          <p:nvPr>
            <p:ph type="title" idx="2"/>
          </p:nvPr>
        </p:nvSpPr>
        <p:spPr>
          <a:xfrm>
            <a:off x="504825" y="1076325"/>
            <a:ext cx="9696926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4200"/>
            </a:lvl1pPr>
          </a:lstStyle>
          <a:p>
            <a:pPr algn="l"/>
            <a:r>
              <a:rPr lang="en-US" sz="4200" dirty="0">
                <a:solidFill>
                  <a:srgbClr val="5F4F9B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4" name="presenton-supporting_description-slot-3 Placeholder"/>
          <p:cNvSpPr>
            <a:spLocks noGrp="1"/>
          </p:cNvSpPr>
          <p:nvPr>
            <p:ph type="body" idx="3"/>
          </p:nvPr>
        </p:nvSpPr>
        <p:spPr>
          <a:xfrm>
            <a:off x="504825" y="1704975"/>
            <a:ext cx="9953625" cy="8549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350"/>
            </a:lvl1pPr>
          </a:lstStyle>
          <a:p>
            <a:pPr algn="l"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5" name="presenton-footer_pagination-slot-4 Placeholder"/>
          <p:cNvSpPr>
            <a:spLocks noGrp="1"/>
          </p:cNvSpPr>
          <p:nvPr>
            <p:ph type="body" idx="4"/>
          </p:nvPr>
        </p:nvSpPr>
        <p:spPr>
          <a:xfrm>
            <a:off x="10858500" y="6238875"/>
            <a:ext cx="828675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060"/>
            </a:lvl1pPr>
          </a:lstStyle>
          <a:p>
            <a:pPr algn="r" marL="0" indent="0">
              <a:buNone/>
            </a:pPr>
            <a:r>
              <a:rPr lang="en-US" sz="106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6" name="presenton-card_heading-slot-5 Placeholder"/>
          <p:cNvSpPr>
            <a:spLocks noGrp="1"/>
          </p:cNvSpPr>
          <p:nvPr>
            <p:ph type="title" idx="5"/>
          </p:nvPr>
        </p:nvSpPr>
        <p:spPr>
          <a:xfrm>
            <a:off x="472345" y="2972752"/>
            <a:ext cx="4886325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880"/>
            </a:lvl1pPr>
          </a:lstStyle>
          <a:p>
            <a:pPr algn="ctr"/>
            <a:r>
              <a:rPr lang="en-US" sz="188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7" name="presenton-card_heading-slot-6 Placeholder"/>
          <p:cNvSpPr>
            <a:spLocks noGrp="1"/>
          </p:cNvSpPr>
          <p:nvPr>
            <p:ph type="title" idx="6"/>
          </p:nvPr>
        </p:nvSpPr>
        <p:spPr>
          <a:xfrm>
            <a:off x="5824252" y="3015996"/>
            <a:ext cx="4972050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880"/>
            </a:lvl1pPr>
          </a:lstStyle>
          <a:p>
            <a:pPr algn="ctr"/>
            <a:r>
              <a:rPr lang="en-US" sz="188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8" name="presenton-card_detail_row-slot-7 Placeholder"/>
          <p:cNvSpPr>
            <a:spLocks noGrp="1"/>
          </p:cNvSpPr>
          <p:nvPr>
            <p:ph type="body" idx="7"/>
          </p:nvPr>
        </p:nvSpPr>
        <p:spPr>
          <a:xfrm>
            <a:off x="1029938" y="3835241"/>
            <a:ext cx="3714750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060"/>
            </a:lvl1pPr>
          </a:lstStyle>
          <a:p>
            <a:pPr algn="l" marL="0" indent="0">
              <a:buNone/>
            </a:pPr>
            <a:r>
              <a:rPr lang="en-US" sz="106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9" name="presenton-card_detail_row-slot-8 Placeholder"/>
          <p:cNvSpPr>
            <a:spLocks noGrp="1"/>
          </p:cNvSpPr>
          <p:nvPr>
            <p:ph type="body" idx="8"/>
          </p:nvPr>
        </p:nvSpPr>
        <p:spPr>
          <a:xfrm>
            <a:off x="6022276" y="3825335"/>
            <a:ext cx="3714750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060"/>
            </a:lvl1pPr>
          </a:lstStyle>
          <a:p>
            <a:pPr algn="l" marL="0" indent="0">
              <a:buNone/>
            </a:pPr>
            <a:r>
              <a:rPr lang="en-US" sz="106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18130488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Executive 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main_heading-slot-2 Placeholder"/>
          <p:cNvSpPr>
            <a:spLocks noGrp="1"/>
          </p:cNvSpPr>
          <p:nvPr>
            <p:ph type="title" idx="2"/>
          </p:nvPr>
        </p:nvSpPr>
        <p:spPr>
          <a:xfrm>
            <a:off x="507968" y="488918"/>
            <a:ext cx="6370034" cy="1169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4200"/>
            </a:lvl1pPr>
          </a:lstStyle>
          <a:p>
            <a:pPr algn="l"/>
            <a:r>
              <a:rPr lang="en-US" sz="42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summary_text-slot-3 Placeholder"/>
          <p:cNvSpPr>
            <a:spLocks noGrp="1"/>
          </p:cNvSpPr>
          <p:nvPr>
            <p:ph type="body" idx="3"/>
          </p:nvPr>
        </p:nvSpPr>
        <p:spPr>
          <a:xfrm>
            <a:off x="507968" y="1867472"/>
            <a:ext cx="6171438" cy="4613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330"/>
            </a:lvl1pPr>
          </a:lstStyle>
          <a:p>
            <a:pPr algn="l" marL="0" indent="0">
              <a:buNone/>
            </a:pPr>
            <a:r>
              <a:rPr lang="en-US" sz="133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4" name="presenton-card_title-slot-4 Placeholder"/>
          <p:cNvSpPr>
            <a:spLocks noGrp="1"/>
          </p:cNvSpPr>
          <p:nvPr>
            <p:ph type="title" idx="4"/>
          </p:nvPr>
        </p:nvSpPr>
        <p:spPr>
          <a:xfrm>
            <a:off x="1229106" y="2913412"/>
            <a:ext cx="3623024" cy="2771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600"/>
            </a:lvl1pPr>
          </a:lstStyle>
          <a:p>
            <a:pPr algn="l"/>
            <a:r>
              <a:rPr lang="en-US" sz="16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5" name="presenton-card_description-slot-5 Placeholder"/>
          <p:cNvSpPr>
            <a:spLocks noGrp="1"/>
          </p:cNvSpPr>
          <p:nvPr>
            <p:ph type="body" idx="5"/>
          </p:nvPr>
        </p:nvSpPr>
        <p:spPr>
          <a:xfrm>
            <a:off x="1229106" y="3281553"/>
            <a:ext cx="4094416" cy="36614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070"/>
            </a:lvl1pPr>
          </a:lstStyle>
          <a:p>
            <a:pPr algn="l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6" name="presenton-footer_value-slot-7 Placeholder"/>
          <p:cNvSpPr>
            <a:spLocks noGrp="1"/>
          </p:cNvSpPr>
          <p:nvPr>
            <p:ph type="body" idx="7"/>
          </p:nvPr>
        </p:nvSpPr>
        <p:spPr>
          <a:xfrm>
            <a:off x="11383804" y="6242399"/>
            <a:ext cx="300323" cy="1713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70"/>
            </a:lvl1pPr>
          </a:lstStyle>
          <a:p>
            <a:pPr algn="r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20636973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Executiv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headline_text-slot-1 Placeholder"/>
          <p:cNvSpPr>
            <a:spLocks noGrp="1"/>
          </p:cNvSpPr>
          <p:nvPr>
            <p:ph type="title" idx="1"/>
          </p:nvPr>
        </p:nvSpPr>
        <p:spPr>
          <a:xfrm>
            <a:off x="507968" y="488918"/>
            <a:ext cx="5622893" cy="1169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4200"/>
            </a:lvl1pPr>
          </a:lstStyle>
          <a:p>
            <a:pPr algn="l"/>
            <a:r>
              <a:rPr lang="en-US" sz="42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intro_statement-slot-2 Placeholder"/>
          <p:cNvSpPr>
            <a:spLocks noGrp="1"/>
          </p:cNvSpPr>
          <p:nvPr>
            <p:ph type="body" idx="2"/>
          </p:nvPr>
        </p:nvSpPr>
        <p:spPr>
          <a:xfrm>
            <a:off x="507968" y="1867472"/>
            <a:ext cx="5517928" cy="7938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330"/>
            </a:lvl1pPr>
          </a:lstStyle>
          <a:p>
            <a:pPr algn="l" marL="0" indent="0">
              <a:buNone/>
            </a:pPr>
            <a:r>
              <a:rPr lang="en-US" sz="133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4" name="presenton-metric_value-slot-3 Placeholder"/>
          <p:cNvSpPr>
            <a:spLocks noGrp="1"/>
          </p:cNvSpPr>
          <p:nvPr>
            <p:ph type="body" idx="3"/>
          </p:nvPr>
        </p:nvSpPr>
        <p:spPr>
          <a:xfrm>
            <a:off x="583597" y="3325844"/>
            <a:ext cx="695325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870"/>
            </a:lvl1pPr>
          </a:lstStyle>
          <a:p>
            <a:pPr algn="ctr" marL="0" indent="0">
              <a:buNone/>
            </a:pPr>
            <a:r>
              <a:rPr lang="en-US" sz="1870" b="1" dirty="0">
                <a:solidFill>
                  <a:srgbClr val="5F4F9B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5" name="presenton-metric_description-slot-4 Placeholder"/>
          <p:cNvSpPr>
            <a:spLocks noGrp="1"/>
          </p:cNvSpPr>
          <p:nvPr>
            <p:ph type="body" idx="4"/>
          </p:nvPr>
        </p:nvSpPr>
        <p:spPr>
          <a:xfrm>
            <a:off x="1572768" y="3221926"/>
            <a:ext cx="4185190" cy="660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70"/>
            </a:lvl1pPr>
          </a:lstStyle>
          <a:p>
            <a:pPr algn="l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6" name="presenton-image-slot-26 Placeholder"/>
          <p:cNvSpPr>
            <a:spLocks noGrp="1"/>
          </p:cNvSpPr>
          <p:nvPr>
            <p:ph type="pic" idx="5"/>
          </p:nvPr>
        </p:nvSpPr>
        <p:spPr>
          <a:xfrm>
            <a:off x="6315742" y="444532"/>
            <a:ext cx="5190458" cy="5812155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7" name="presenton-footer_number-slot-7 Placeholder"/>
          <p:cNvSpPr>
            <a:spLocks noGrp="1"/>
          </p:cNvSpPr>
          <p:nvPr>
            <p:ph type="body" idx="7"/>
          </p:nvPr>
        </p:nvSpPr>
        <p:spPr>
          <a:xfrm>
            <a:off x="11254930" y="6238018"/>
            <a:ext cx="300323" cy="1713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70"/>
            </a:lvl1pPr>
          </a:lstStyle>
          <a:p>
            <a:pPr algn="r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3780633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Executiv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main_headline-slot-3 Placeholder"/>
          <p:cNvSpPr>
            <a:spLocks noGrp="1"/>
          </p:cNvSpPr>
          <p:nvPr>
            <p:ph type="title" idx="3"/>
          </p:nvPr>
        </p:nvSpPr>
        <p:spPr>
          <a:xfrm>
            <a:off x="504825" y="485775"/>
            <a:ext cx="5524500" cy="1181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4200"/>
            </a:lvl1pPr>
          </a:lstStyle>
          <a:p>
            <a:pPr algn="l"/>
            <a:r>
              <a:rPr lang="en-US" sz="42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supporting_description-slot-4 Placeholder"/>
          <p:cNvSpPr>
            <a:spLocks noGrp="1"/>
          </p:cNvSpPr>
          <p:nvPr>
            <p:ph type="body" idx="4"/>
          </p:nvPr>
        </p:nvSpPr>
        <p:spPr>
          <a:xfrm>
            <a:off x="504825" y="1866900"/>
            <a:ext cx="5524500" cy="21752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330"/>
            </a:lvl1pPr>
          </a:lstStyle>
          <a:p>
            <a:pPr algn="l" marL="0" indent="0">
              <a:buNone/>
            </a:pPr>
            <a:r>
              <a:rPr lang="en-US" sz="133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4" name="presenton-metric_value-slot-5 Placeholder"/>
          <p:cNvSpPr>
            <a:spLocks noGrp="1"/>
          </p:cNvSpPr>
          <p:nvPr>
            <p:ph type="body" idx="5"/>
          </p:nvPr>
        </p:nvSpPr>
        <p:spPr>
          <a:xfrm>
            <a:off x="7064026" y="2390775"/>
            <a:ext cx="1132237" cy="4095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2330"/>
            </a:lvl1pPr>
          </a:lstStyle>
          <a:p>
            <a:pPr algn="ctr" marL="0" indent="0">
              <a:buNone/>
            </a:pPr>
            <a:r>
              <a:rPr lang="en-US" sz="233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5" name="presenton-metric_caption-slot-6 Placeholder"/>
          <p:cNvSpPr>
            <a:spLocks noGrp="1"/>
          </p:cNvSpPr>
          <p:nvPr>
            <p:ph type="body" idx="6"/>
          </p:nvPr>
        </p:nvSpPr>
        <p:spPr>
          <a:xfrm>
            <a:off x="6886575" y="2781300"/>
            <a:ext cx="1485900" cy="3480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800"/>
            </a:lvl1pPr>
          </a:lstStyle>
          <a:p>
            <a:pPr algn="ctr"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6" name="presenton-large_metric_value-slot-7 Placeholder"/>
          <p:cNvSpPr>
            <a:spLocks noGrp="1"/>
          </p:cNvSpPr>
          <p:nvPr>
            <p:ph type="body" idx="7"/>
          </p:nvPr>
        </p:nvSpPr>
        <p:spPr>
          <a:xfrm>
            <a:off x="9701498" y="2771775"/>
            <a:ext cx="1153954" cy="4095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2330"/>
            </a:lvl1pPr>
          </a:lstStyle>
          <a:p>
            <a:pPr algn="ctr" marL="0" indent="0">
              <a:buNone/>
            </a:pPr>
            <a:r>
              <a:rPr lang="en-US" sz="233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7" name="presenton-large_metric_caption-slot-8 Placeholder"/>
          <p:cNvSpPr>
            <a:spLocks noGrp="1"/>
          </p:cNvSpPr>
          <p:nvPr>
            <p:ph type="body" idx="8"/>
          </p:nvPr>
        </p:nvSpPr>
        <p:spPr>
          <a:xfrm>
            <a:off x="9563100" y="3171825"/>
            <a:ext cx="1485900" cy="33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800"/>
            </a:lvl1pPr>
          </a:lstStyle>
          <a:p>
            <a:pPr algn="ctr"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8" name="presenton-lower_metric_value-slot-9 Placeholder"/>
          <p:cNvSpPr>
            <a:spLocks noGrp="1"/>
          </p:cNvSpPr>
          <p:nvPr>
            <p:ph type="body" idx="9"/>
          </p:nvPr>
        </p:nvSpPr>
        <p:spPr>
          <a:xfrm>
            <a:off x="7616476" y="4733925"/>
            <a:ext cx="1240536" cy="4095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2330"/>
            </a:lvl1pPr>
          </a:lstStyle>
          <a:p>
            <a:pPr algn="ctr" marL="0" indent="0">
              <a:buNone/>
            </a:pPr>
            <a:r>
              <a:rPr lang="en-US" sz="233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9" name="presenton-lower_metric_caption-slot-10 Placeholder"/>
          <p:cNvSpPr>
            <a:spLocks noGrp="1"/>
          </p:cNvSpPr>
          <p:nvPr>
            <p:ph type="body" idx="10"/>
          </p:nvPr>
        </p:nvSpPr>
        <p:spPr>
          <a:xfrm>
            <a:off x="7439025" y="5143500"/>
            <a:ext cx="14859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800"/>
            </a:lvl1pPr>
          </a:lstStyle>
          <a:p>
            <a:pPr algn="ctr"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0" name="presenton-page_number-slot-12 Placeholder"/>
          <p:cNvSpPr>
            <a:spLocks noGrp="1"/>
          </p:cNvSpPr>
          <p:nvPr>
            <p:ph type="body" idx="12"/>
          </p:nvPr>
        </p:nvSpPr>
        <p:spPr>
          <a:xfrm>
            <a:off x="11382375" y="6238875"/>
            <a:ext cx="3048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70"/>
            </a:lvl1pPr>
          </a:lstStyle>
          <a:p>
            <a:pPr algn="r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15103199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Executiv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main_heading-slot-1 Placeholder"/>
          <p:cNvSpPr>
            <a:spLocks noGrp="1"/>
          </p:cNvSpPr>
          <p:nvPr>
            <p:ph type="title" idx="1"/>
          </p:nvPr>
        </p:nvSpPr>
        <p:spPr>
          <a:xfrm>
            <a:off x="1109662" y="481012"/>
            <a:ext cx="9972675" cy="1200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4200"/>
            </a:lvl1pPr>
          </a:lstStyle>
          <a:p>
            <a:pPr algn="ctr"/>
            <a:r>
              <a:rPr lang="en-US" sz="42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header_subtitle-slot-2 Placeholder"/>
          <p:cNvSpPr>
            <a:spLocks noGrp="1"/>
          </p:cNvSpPr>
          <p:nvPr>
            <p:ph type="title" idx="2"/>
          </p:nvPr>
        </p:nvSpPr>
        <p:spPr>
          <a:xfrm>
            <a:off x="1471612" y="1914525"/>
            <a:ext cx="9248775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340"/>
            </a:lvl1pPr>
          </a:lstStyle>
          <a:p>
            <a:pPr algn="ctr"/>
            <a:r>
              <a:rPr lang="en-US" sz="134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4" name="presenton-page_marker-slot-3 Placeholder"/>
          <p:cNvSpPr>
            <a:spLocks noGrp="1"/>
          </p:cNvSpPr>
          <p:nvPr>
            <p:ph type="body" idx="3"/>
          </p:nvPr>
        </p:nvSpPr>
        <p:spPr>
          <a:xfrm>
            <a:off x="10858500" y="6238875"/>
            <a:ext cx="8382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060"/>
            </a:lvl1pPr>
          </a:lstStyle>
          <a:p>
            <a:pPr algn="r" marL="0" indent="0">
              <a:buNone/>
            </a:pPr>
            <a:r>
              <a:rPr lang="en-US" sz="106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5" name="presenton-metric_value-slot-4 Placeholder"/>
          <p:cNvSpPr>
            <a:spLocks noGrp="1"/>
          </p:cNvSpPr>
          <p:nvPr>
            <p:ph type="body" idx="4"/>
          </p:nvPr>
        </p:nvSpPr>
        <p:spPr>
          <a:xfrm>
            <a:off x="1169860" y="3773234"/>
            <a:ext cx="148590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5250"/>
            </a:lvl1pPr>
          </a:lstStyle>
          <a:p>
            <a:pPr algn="ctr" marL="0" indent="0">
              <a:buNone/>
            </a:pPr>
            <a:r>
              <a:rPr lang="en-US" sz="525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6" name="presenton-metric_label-slot-5 Placeholder"/>
          <p:cNvSpPr>
            <a:spLocks noGrp="1"/>
          </p:cNvSpPr>
          <p:nvPr>
            <p:ph type="body" idx="5"/>
          </p:nvPr>
        </p:nvSpPr>
        <p:spPr>
          <a:xfrm>
            <a:off x="1160336" y="4640008"/>
            <a:ext cx="150495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670"/>
            </a:lvl1pPr>
          </a:lstStyle>
          <a:p>
            <a:pPr algn="ctr" marL="0" indent="0">
              <a:buNone/>
            </a:pPr>
            <a:r>
              <a:rPr lang="en-US" sz="167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7" name="presenton-metric_description-slot-6 Placeholder"/>
          <p:cNvSpPr>
            <a:spLocks noGrp="1"/>
          </p:cNvSpPr>
          <p:nvPr>
            <p:ph type="body" idx="6"/>
          </p:nvPr>
        </p:nvSpPr>
        <p:spPr>
          <a:xfrm>
            <a:off x="798385" y="4982908"/>
            <a:ext cx="22098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120"/>
            </a:lvl1pPr>
          </a:lstStyle>
          <a:p>
            <a:pPr algn="ctr" marL="0" indent="0">
              <a:buNone/>
            </a:pPr>
            <a:r>
              <a:rPr lang="en-US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24807435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Executiv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main_headline-slot-3 Placeholder"/>
          <p:cNvSpPr>
            <a:spLocks noGrp="1"/>
          </p:cNvSpPr>
          <p:nvPr>
            <p:ph type="title" idx="3"/>
          </p:nvPr>
        </p:nvSpPr>
        <p:spPr>
          <a:xfrm>
            <a:off x="504825" y="485775"/>
            <a:ext cx="6486525" cy="1190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4200"/>
            </a:lvl1pPr>
          </a:lstStyle>
          <a:p>
            <a:pPr algn="l"/>
            <a:r>
              <a:rPr lang="en-US" sz="42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supporting_statement-slot-4 Placeholder"/>
          <p:cNvSpPr>
            <a:spLocks noGrp="1"/>
          </p:cNvSpPr>
          <p:nvPr>
            <p:ph type="body" idx="4"/>
          </p:nvPr>
        </p:nvSpPr>
        <p:spPr>
          <a:xfrm>
            <a:off x="504825" y="1762125"/>
            <a:ext cx="6491478" cy="1049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340"/>
            </a:lvl1pPr>
          </a:lstStyle>
          <a:p>
            <a:pPr algn="l" marL="0" indent="0">
              <a:buNone/>
            </a:pPr>
            <a:r>
              <a:rPr lang="en-US" sz="134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4" name="presenton-card_heading-slot-5 Placeholder"/>
          <p:cNvSpPr>
            <a:spLocks noGrp="1"/>
          </p:cNvSpPr>
          <p:nvPr>
            <p:ph type="title" idx="5"/>
          </p:nvPr>
        </p:nvSpPr>
        <p:spPr>
          <a:xfrm>
            <a:off x="504825" y="3228975"/>
            <a:ext cx="2428875" cy="2952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600"/>
            </a:lvl1pPr>
          </a:lstStyle>
          <a:p>
            <a:pPr algn="l"/>
            <a:r>
              <a:rPr lang="en-US" sz="16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5" name="presenton-card_description-slot-6 Placeholder"/>
          <p:cNvSpPr>
            <a:spLocks noGrp="1"/>
          </p:cNvSpPr>
          <p:nvPr>
            <p:ph type="body" idx="6"/>
          </p:nvPr>
        </p:nvSpPr>
        <p:spPr>
          <a:xfrm>
            <a:off x="504825" y="3600450"/>
            <a:ext cx="2428875" cy="733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60"/>
            </a:lvl1pPr>
          </a:lstStyle>
          <a:p>
            <a:pPr algn="l" marL="0" indent="0">
              <a:buNone/>
            </a:pPr>
            <a:r>
              <a:rPr lang="en-US" sz="106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6" name="presenton-footer_value-slot-8 Placeholder"/>
          <p:cNvSpPr>
            <a:spLocks noGrp="1"/>
          </p:cNvSpPr>
          <p:nvPr>
            <p:ph type="body" idx="8"/>
          </p:nvPr>
        </p:nvSpPr>
        <p:spPr>
          <a:xfrm>
            <a:off x="11258550" y="6238875"/>
            <a:ext cx="3048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60"/>
            </a:lvl1pPr>
          </a:lstStyle>
          <a:p>
            <a:pPr algn="r" marL="0" indent="0">
              <a:buNone/>
            </a:pPr>
            <a:r>
              <a:rPr lang="en-US" sz="106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416415923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Executiv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main_heading_start-slot-1 Placeholder"/>
          <p:cNvSpPr>
            <a:spLocks noGrp="1"/>
          </p:cNvSpPr>
          <p:nvPr>
            <p:ph type="title" idx="1"/>
          </p:nvPr>
        </p:nvSpPr>
        <p:spPr>
          <a:xfrm>
            <a:off x="685800" y="495300"/>
            <a:ext cx="10469594" cy="1104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4120"/>
            </a:lvl1pPr>
          </a:lstStyle>
          <a:p>
            <a:pPr algn="l"/>
            <a:r>
              <a:rPr lang="en-US" sz="412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intro_subtitle-slot-2 Placeholder"/>
          <p:cNvSpPr>
            <a:spLocks noGrp="1"/>
          </p:cNvSpPr>
          <p:nvPr>
            <p:ph type="title" idx="2"/>
          </p:nvPr>
        </p:nvSpPr>
        <p:spPr>
          <a:xfrm>
            <a:off x="742950" y="1781175"/>
            <a:ext cx="10706100" cy="7120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1340"/>
            </a:lvl1pPr>
          </a:lstStyle>
          <a:p>
            <a:pPr algn="ctr"/>
            <a:r>
              <a:rPr lang="en-US" sz="134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4" name="presenton-footer_page_marker-slot-3 Placeholder"/>
          <p:cNvSpPr>
            <a:spLocks noGrp="1"/>
          </p:cNvSpPr>
          <p:nvPr>
            <p:ph type="body" idx="3"/>
          </p:nvPr>
        </p:nvSpPr>
        <p:spPr>
          <a:xfrm>
            <a:off x="10858500" y="6238875"/>
            <a:ext cx="828675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060"/>
            </a:lvl1pPr>
          </a:lstStyle>
          <a:p>
            <a:pPr algn="r" marL="0" indent="0">
              <a:buNone/>
            </a:pPr>
            <a:r>
              <a:rPr lang="en-US" sz="106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5" name="presenton-feature_badge_label-slot-4 Placeholder"/>
          <p:cNvSpPr>
            <a:spLocks noGrp="1"/>
          </p:cNvSpPr>
          <p:nvPr>
            <p:ph type="body" idx="4"/>
          </p:nvPr>
        </p:nvSpPr>
        <p:spPr>
          <a:xfrm>
            <a:off x="760666" y="3182302"/>
            <a:ext cx="514350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530"/>
            </a:lvl1pPr>
          </a:lstStyle>
          <a:p>
            <a:pPr algn="ctr" marL="0" indent="0">
              <a:buNone/>
            </a:pPr>
            <a:r>
              <a:rPr lang="en-US" sz="1530" b="1" dirty="0">
                <a:solidFill>
                  <a:srgbClr val="5F4F9B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6" name="presenton-feature_heading-slot-5 Placeholder"/>
          <p:cNvSpPr>
            <a:spLocks noGrp="1"/>
          </p:cNvSpPr>
          <p:nvPr>
            <p:ph type="title" idx="5"/>
          </p:nvPr>
        </p:nvSpPr>
        <p:spPr>
          <a:xfrm>
            <a:off x="1522667" y="2934652"/>
            <a:ext cx="371475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600"/>
            </a:lvl1pPr>
          </a:lstStyle>
          <a:p>
            <a:pPr algn="l"/>
            <a:r>
              <a:rPr lang="en-US" sz="16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7" name="presenton-feature_description-slot-6 Placeholder"/>
          <p:cNvSpPr>
            <a:spLocks noGrp="1"/>
          </p:cNvSpPr>
          <p:nvPr>
            <p:ph type="body" idx="6"/>
          </p:nvPr>
        </p:nvSpPr>
        <p:spPr>
          <a:xfrm>
            <a:off x="1522667" y="3277552"/>
            <a:ext cx="36195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60"/>
            </a:lvl1pPr>
          </a:lstStyle>
          <a:p>
            <a:pPr algn="l" marL="0" indent="0">
              <a:buNone/>
            </a:pPr>
            <a:r>
              <a:rPr lang="en-US" sz="106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20429547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Executiv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main_heading-slot-1 Placeholder"/>
          <p:cNvSpPr>
            <a:spLocks noGrp="1"/>
          </p:cNvSpPr>
          <p:nvPr>
            <p:ph type="title" idx="1"/>
          </p:nvPr>
        </p:nvSpPr>
        <p:spPr>
          <a:xfrm>
            <a:off x="504825" y="485775"/>
            <a:ext cx="11182350" cy="9290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3450"/>
            </a:lvl1pPr>
          </a:lstStyle>
          <a:p>
            <a:pPr algn="ctr"/>
            <a:r>
              <a:rPr lang="en-US" sz="345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header_description-slot-2 Placeholder"/>
          <p:cNvSpPr>
            <a:spLocks noGrp="1"/>
          </p:cNvSpPr>
          <p:nvPr>
            <p:ph type="body" idx="2"/>
          </p:nvPr>
        </p:nvSpPr>
        <p:spPr>
          <a:xfrm>
            <a:off x="1430083" y="1504093"/>
            <a:ext cx="935355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330"/>
            </a:lvl1pPr>
          </a:lstStyle>
          <a:p>
            <a:pPr algn="ctr" marL="0" indent="0">
              <a:buNone/>
            </a:pPr>
            <a:r>
              <a:rPr lang="en-US" sz="133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4" name="presenton-card_heading-slot-3 Placeholder"/>
          <p:cNvSpPr>
            <a:spLocks noGrp="1"/>
          </p:cNvSpPr>
          <p:nvPr>
            <p:ph type="title" idx="3"/>
          </p:nvPr>
        </p:nvSpPr>
        <p:spPr>
          <a:xfrm>
            <a:off x="1371600" y="5248275"/>
            <a:ext cx="310515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600"/>
            </a:lvl1pPr>
          </a:lstStyle>
          <a:p>
            <a:pPr algn="ctr"/>
            <a:r>
              <a:rPr lang="en-US" sz="1600" b="1" dirty="0">
                <a:solidFill>
                  <a:srgbClr val="5F4F9B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5" name="presenton-card_description-slot-4 Placeholder"/>
          <p:cNvSpPr>
            <a:spLocks noGrp="1"/>
          </p:cNvSpPr>
          <p:nvPr>
            <p:ph type="body" idx="4"/>
          </p:nvPr>
        </p:nvSpPr>
        <p:spPr>
          <a:xfrm>
            <a:off x="981075" y="5600700"/>
            <a:ext cx="388620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930"/>
            </a:lvl1pPr>
          </a:lstStyle>
          <a:p>
            <a:pPr algn="ctr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6" name="presenton-footer_value-slot-6 Placeholder"/>
          <p:cNvSpPr>
            <a:spLocks noGrp="1"/>
          </p:cNvSpPr>
          <p:nvPr>
            <p:ph type="body" idx="6"/>
          </p:nvPr>
        </p:nvSpPr>
        <p:spPr>
          <a:xfrm>
            <a:off x="11382375" y="6238875"/>
            <a:ext cx="3048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70"/>
            </a:lvl1pPr>
          </a:lstStyle>
          <a:p>
            <a:pPr algn="r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19691020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Executiv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main_heading-slot-3 Placeholder"/>
          <p:cNvSpPr>
            <a:spLocks noGrp="1"/>
          </p:cNvSpPr>
          <p:nvPr>
            <p:ph type="title" idx="3"/>
          </p:nvPr>
        </p:nvSpPr>
        <p:spPr>
          <a:xfrm>
            <a:off x="504825" y="485775"/>
            <a:ext cx="11049000" cy="1181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3600"/>
            </a:lvl1pPr>
          </a:lstStyle>
          <a:p>
            <a:pPr algn="ctr"/>
            <a:r>
              <a:rPr lang="en-US" sz="36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supporting_subtitle-slot-4 Placeholder"/>
          <p:cNvSpPr>
            <a:spLocks noGrp="1"/>
          </p:cNvSpPr>
          <p:nvPr>
            <p:ph type="title" idx="4"/>
          </p:nvPr>
        </p:nvSpPr>
        <p:spPr>
          <a:xfrm>
            <a:off x="504825" y="1781175"/>
            <a:ext cx="11049000" cy="7818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1330"/>
            </a:lvl1pPr>
          </a:lstStyle>
          <a:p>
            <a:pPr algn="ctr"/>
            <a:r>
              <a:rPr lang="en-US" sz="133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4" name="presenton-card_title-slot-5 Placeholder"/>
          <p:cNvSpPr>
            <a:spLocks noGrp="1"/>
          </p:cNvSpPr>
          <p:nvPr>
            <p:ph type="title" idx="5"/>
          </p:nvPr>
        </p:nvSpPr>
        <p:spPr>
          <a:xfrm>
            <a:off x="5391150" y="2781300"/>
            <a:ext cx="2286000" cy="2952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600"/>
            </a:lvl1pPr>
          </a:lstStyle>
          <a:p>
            <a:pPr algn="ctr"/>
            <a:r>
              <a:rPr lang="en-US" sz="16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5" name="presenton-card_title-slot-6 Placeholder"/>
          <p:cNvSpPr>
            <a:spLocks noGrp="1"/>
          </p:cNvSpPr>
          <p:nvPr>
            <p:ph type="title" idx="6"/>
          </p:nvPr>
        </p:nvSpPr>
        <p:spPr>
          <a:xfrm>
            <a:off x="5391150" y="3162300"/>
            <a:ext cx="2381250" cy="7645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1070"/>
            </a:lvl1pPr>
          </a:lstStyle>
          <a:p>
            <a:pPr algn="ctr"/>
            <a:r>
              <a:rPr lang="en-US" sz="107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6" name="presenton-footer_value-slot-8 Placeholder"/>
          <p:cNvSpPr>
            <a:spLocks noGrp="1"/>
          </p:cNvSpPr>
          <p:nvPr>
            <p:ph type="body" idx="8"/>
          </p:nvPr>
        </p:nvSpPr>
        <p:spPr>
          <a:xfrm>
            <a:off x="11382375" y="6238875"/>
            <a:ext cx="3048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70"/>
            </a:lvl1pPr>
          </a:lstStyle>
          <a:p>
            <a:pPr algn="r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339130487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Executiv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main_headline-slot-3 Placeholder"/>
          <p:cNvSpPr>
            <a:spLocks noGrp="1"/>
          </p:cNvSpPr>
          <p:nvPr>
            <p:ph type="title" idx="3"/>
          </p:nvPr>
        </p:nvSpPr>
        <p:spPr>
          <a:xfrm>
            <a:off x="507968" y="488918"/>
            <a:ext cx="11051381" cy="11715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4200"/>
            </a:lvl1pPr>
          </a:lstStyle>
          <a:p>
            <a:pPr algn="ctr"/>
            <a:r>
              <a:rPr lang="en-US" sz="42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headline_description-slot-4 Placeholder"/>
          <p:cNvSpPr>
            <a:spLocks noGrp="1"/>
          </p:cNvSpPr>
          <p:nvPr>
            <p:ph type="title" idx="4"/>
          </p:nvPr>
        </p:nvSpPr>
        <p:spPr>
          <a:xfrm>
            <a:off x="507968" y="1761268"/>
            <a:ext cx="11047286" cy="4613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330"/>
            </a:lvl1pPr>
          </a:lstStyle>
          <a:p>
            <a:pPr algn="ctr"/>
            <a:r>
              <a:rPr lang="en-US" sz="133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4" name="presenton-card_title-slot-5 Placeholder"/>
          <p:cNvSpPr>
            <a:spLocks noGrp="1"/>
          </p:cNvSpPr>
          <p:nvPr>
            <p:ph type="title" idx="5"/>
          </p:nvPr>
        </p:nvSpPr>
        <p:spPr>
          <a:xfrm>
            <a:off x="507968" y="3080766"/>
            <a:ext cx="22860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600"/>
            </a:lvl1pPr>
          </a:lstStyle>
          <a:p>
            <a:pPr algn="ctr"/>
            <a:r>
              <a:rPr lang="en-US" sz="16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5" name="presenton-card_description-slot-6 Placeholder"/>
          <p:cNvSpPr>
            <a:spLocks noGrp="1"/>
          </p:cNvSpPr>
          <p:nvPr>
            <p:ph type="body" idx="6"/>
          </p:nvPr>
        </p:nvSpPr>
        <p:spPr>
          <a:xfrm>
            <a:off x="507968" y="3442716"/>
            <a:ext cx="2428875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70"/>
            </a:lvl1pPr>
          </a:lstStyle>
          <a:p>
            <a:pPr algn="ctr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6" name="presenton-card_title-slot-7 Placeholder"/>
          <p:cNvSpPr>
            <a:spLocks noGrp="1"/>
          </p:cNvSpPr>
          <p:nvPr>
            <p:ph type="title" idx="7"/>
          </p:nvPr>
        </p:nvSpPr>
        <p:spPr>
          <a:xfrm>
            <a:off x="6096000" y="3080766"/>
            <a:ext cx="22860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600"/>
            </a:lvl1pPr>
          </a:lstStyle>
          <a:p>
            <a:pPr algn="ctr"/>
            <a:r>
              <a:rPr lang="en-US" sz="16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7" name="presenton-card_description-slot-8 Placeholder"/>
          <p:cNvSpPr>
            <a:spLocks noGrp="1"/>
          </p:cNvSpPr>
          <p:nvPr>
            <p:ph type="body" idx="8"/>
          </p:nvPr>
        </p:nvSpPr>
        <p:spPr>
          <a:xfrm>
            <a:off x="6096000" y="3442716"/>
            <a:ext cx="2428875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70"/>
            </a:lvl1pPr>
          </a:lstStyle>
          <a:p>
            <a:pPr algn="ctr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8" name="presenton-pagination_label-slot-9 Placeholder"/>
          <p:cNvSpPr>
            <a:spLocks noGrp="1"/>
          </p:cNvSpPr>
          <p:nvPr>
            <p:ph type="body" idx="9"/>
          </p:nvPr>
        </p:nvSpPr>
        <p:spPr>
          <a:xfrm>
            <a:off x="10859738" y="6242399"/>
            <a:ext cx="824389" cy="1713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70"/>
            </a:lvl1pPr>
          </a:lstStyle>
          <a:p>
            <a:pPr algn="r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165502566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Executiv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headline_leading_text-slot-1 Placeholder"/>
          <p:cNvSpPr>
            <a:spLocks noGrp="1"/>
          </p:cNvSpPr>
          <p:nvPr>
            <p:ph type="title" idx="1"/>
          </p:nvPr>
        </p:nvSpPr>
        <p:spPr>
          <a:xfrm>
            <a:off x="504825" y="495300"/>
            <a:ext cx="6162675" cy="9620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3600"/>
            </a:lvl1pPr>
          </a:lstStyle>
          <a:p>
            <a:pPr algn="l"/>
            <a:r>
              <a:rPr lang="en-US" sz="36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headline_emphasis_text-slot-2 Placeholder"/>
          <p:cNvSpPr>
            <a:spLocks noGrp="1"/>
          </p:cNvSpPr>
          <p:nvPr>
            <p:ph type="title" idx="2"/>
          </p:nvPr>
        </p:nvSpPr>
        <p:spPr>
          <a:xfrm>
            <a:off x="4143375" y="495300"/>
            <a:ext cx="24765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3600"/>
            </a:lvl1pPr>
          </a:lstStyle>
          <a:p>
            <a:pPr algn="l"/>
            <a:r>
              <a:rPr lang="en-US" sz="3600" dirty="0">
                <a:solidFill>
                  <a:srgbClr val="5F4F9B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4" name="presenton-headline_secondary_text-slot-3 Placeholder"/>
          <p:cNvSpPr>
            <a:spLocks noGrp="1"/>
          </p:cNvSpPr>
          <p:nvPr>
            <p:ph type="title" idx="3"/>
          </p:nvPr>
        </p:nvSpPr>
        <p:spPr>
          <a:xfrm>
            <a:off x="504825" y="1076325"/>
            <a:ext cx="314325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3600"/>
            </a:lvl1pPr>
          </a:lstStyle>
          <a:p>
            <a:pPr algn="l"/>
            <a:r>
              <a:rPr lang="en-US" sz="3600" dirty="0">
                <a:solidFill>
                  <a:srgbClr val="5F4F9B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5" name="presenton-headline_closing_text-slot-4 Placeholder"/>
          <p:cNvSpPr>
            <a:spLocks noGrp="1"/>
          </p:cNvSpPr>
          <p:nvPr>
            <p:ph type="title" idx="4"/>
          </p:nvPr>
        </p:nvSpPr>
        <p:spPr>
          <a:xfrm>
            <a:off x="3571875" y="1076325"/>
            <a:ext cx="2836354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3600"/>
            </a:lvl1pPr>
          </a:lstStyle>
          <a:p>
            <a:pPr algn="l"/>
            <a:r>
              <a:rPr lang="en-US" sz="36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6" name="presenton-summary_text-slot-5 Placeholder"/>
          <p:cNvSpPr>
            <a:spLocks noGrp="1"/>
          </p:cNvSpPr>
          <p:nvPr>
            <p:ph type="body" idx="5"/>
          </p:nvPr>
        </p:nvSpPr>
        <p:spPr>
          <a:xfrm>
            <a:off x="504825" y="1704975"/>
            <a:ext cx="6019800" cy="12094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350"/>
            </a:lvl1pPr>
          </a:lstStyle>
          <a:p>
            <a:pPr algn="l"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7" name="presenton-footer_number-slot-7 Placeholder"/>
          <p:cNvSpPr>
            <a:spLocks noGrp="1"/>
          </p:cNvSpPr>
          <p:nvPr>
            <p:ph type="body" idx="7"/>
          </p:nvPr>
        </p:nvSpPr>
        <p:spPr>
          <a:xfrm>
            <a:off x="11382375" y="6238875"/>
            <a:ext cx="3048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60"/>
            </a:lvl1pPr>
          </a:lstStyle>
          <a:p>
            <a:pPr algn="r" marL="0" indent="0">
              <a:buNone/>
            </a:pPr>
            <a:r>
              <a:rPr lang="en-US" sz="106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8" name="presenton-metric_value-slot-8 Placeholder"/>
          <p:cNvSpPr>
            <a:spLocks noGrp="1"/>
          </p:cNvSpPr>
          <p:nvPr>
            <p:ph type="body" idx="8"/>
          </p:nvPr>
        </p:nvSpPr>
        <p:spPr>
          <a:xfrm>
            <a:off x="6772275" y="638175"/>
            <a:ext cx="1714500" cy="638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3750"/>
            </a:lvl1pPr>
          </a:lstStyle>
          <a:p>
            <a:pPr algn="ctr" marL="0" indent="0">
              <a:buNone/>
            </a:pPr>
            <a:r>
              <a:rPr lang="en-US" sz="3750" b="1" dirty="0">
                <a:solidFill>
                  <a:srgbClr val="8958F4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9" name="presenton-metric_value-slot-9 Placeholder"/>
          <p:cNvSpPr>
            <a:spLocks noGrp="1"/>
          </p:cNvSpPr>
          <p:nvPr>
            <p:ph type="body" idx="9"/>
          </p:nvPr>
        </p:nvSpPr>
        <p:spPr>
          <a:xfrm>
            <a:off x="6772275" y="1438275"/>
            <a:ext cx="1743075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940"/>
            </a:lvl1pPr>
          </a:lstStyle>
          <a:p>
            <a:pPr algn="ctr" marL="0" indent="0">
              <a:buNone/>
            </a:pPr>
            <a:r>
              <a:rPr lang="en-US" sz="94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27815127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Executiv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headline_text-slot-1 Placeholder"/>
          <p:cNvSpPr>
            <a:spLocks noGrp="1"/>
          </p:cNvSpPr>
          <p:nvPr>
            <p:ph type="title" idx="1"/>
          </p:nvPr>
        </p:nvSpPr>
        <p:spPr>
          <a:xfrm>
            <a:off x="507968" y="488918"/>
            <a:ext cx="11176159" cy="1169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4200"/>
            </a:lvl1pPr>
          </a:lstStyle>
          <a:p>
            <a:pPr algn="ctr"/>
            <a:r>
              <a:rPr lang="en-US" sz="42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subtitle_text-slot-2 Placeholder"/>
          <p:cNvSpPr>
            <a:spLocks noGrp="1"/>
          </p:cNvSpPr>
          <p:nvPr>
            <p:ph type="title" idx="2"/>
          </p:nvPr>
        </p:nvSpPr>
        <p:spPr>
          <a:xfrm>
            <a:off x="507968" y="1792986"/>
            <a:ext cx="11176159" cy="58045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1330"/>
            </a:lvl1pPr>
          </a:lstStyle>
          <a:p>
            <a:pPr algn="ctr"/>
            <a:r>
              <a:rPr lang="en-US" sz="133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4" name="presenton-image-slot-35 Placeholder"/>
          <p:cNvSpPr>
            <a:spLocks noGrp="1"/>
          </p:cNvSpPr>
          <p:nvPr>
            <p:ph type="pic" idx="3"/>
          </p:nvPr>
        </p:nvSpPr>
        <p:spPr>
          <a:xfrm>
            <a:off x="1036320" y="2793206"/>
            <a:ext cx="2112836" cy="2112836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5" name="presenton-card_heading-slot-4 Placeholder"/>
          <p:cNvSpPr>
            <a:spLocks noGrp="1"/>
          </p:cNvSpPr>
          <p:nvPr>
            <p:ph type="title" idx="4"/>
          </p:nvPr>
        </p:nvSpPr>
        <p:spPr>
          <a:xfrm>
            <a:off x="968407" y="5070443"/>
            <a:ext cx="2248757" cy="5931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600"/>
            </a:lvl1pPr>
          </a:lstStyle>
          <a:p>
            <a:pPr algn="ctr"/>
            <a:r>
              <a:rPr lang="en-US" sz="16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6" name="presenton-card_description-slot-5 Placeholder"/>
          <p:cNvSpPr>
            <a:spLocks noGrp="1"/>
          </p:cNvSpPr>
          <p:nvPr>
            <p:ph type="body" idx="5"/>
          </p:nvPr>
        </p:nvSpPr>
        <p:spPr>
          <a:xfrm>
            <a:off x="675418" y="5784152"/>
            <a:ext cx="2834735" cy="3974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070"/>
            </a:lvl1pPr>
          </a:lstStyle>
          <a:p>
            <a:pPr algn="ctr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7" name="presenton-footer_page_label-slot-6 Placeholder"/>
          <p:cNvSpPr>
            <a:spLocks noGrp="1"/>
          </p:cNvSpPr>
          <p:nvPr>
            <p:ph type="body" idx="6"/>
          </p:nvPr>
        </p:nvSpPr>
        <p:spPr>
          <a:xfrm>
            <a:off x="10859738" y="6242399"/>
            <a:ext cx="824389" cy="1713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70"/>
            </a:lvl1pPr>
          </a:lstStyle>
          <a:p>
            <a:pPr algn="r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45479075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Executiv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headline_text-slot-1 Placeholder"/>
          <p:cNvSpPr>
            <a:spLocks noGrp="1"/>
          </p:cNvSpPr>
          <p:nvPr>
            <p:ph type="title" idx="1"/>
          </p:nvPr>
        </p:nvSpPr>
        <p:spPr>
          <a:xfrm>
            <a:off x="504825" y="485775"/>
            <a:ext cx="6381750" cy="175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4200"/>
            </a:lvl1pPr>
          </a:lstStyle>
          <a:p>
            <a:pPr algn="l"/>
            <a:r>
              <a:rPr lang="en-US" sz="42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intro_text-slot-2 Placeholder"/>
          <p:cNvSpPr>
            <a:spLocks noGrp="1"/>
          </p:cNvSpPr>
          <p:nvPr>
            <p:ph type="body" idx="2"/>
          </p:nvPr>
        </p:nvSpPr>
        <p:spPr>
          <a:xfrm>
            <a:off x="504825" y="2362200"/>
            <a:ext cx="6019800" cy="7805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330"/>
            </a:lvl1pPr>
          </a:lstStyle>
          <a:p>
            <a:pPr algn="l" marL="0" indent="0">
              <a:buNone/>
            </a:pPr>
            <a:r>
              <a:rPr lang="en-US" sz="133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4" name="presenton-card_heading-slot-3 Placeholder"/>
          <p:cNvSpPr>
            <a:spLocks noGrp="1"/>
          </p:cNvSpPr>
          <p:nvPr>
            <p:ph type="title" idx="3"/>
          </p:nvPr>
        </p:nvSpPr>
        <p:spPr>
          <a:xfrm>
            <a:off x="933450" y="3962400"/>
            <a:ext cx="1724025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600"/>
            </a:lvl1pPr>
          </a:lstStyle>
          <a:p>
            <a:pPr algn="l"/>
            <a:r>
              <a:rPr lang="en-US" sz="16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5" name="presenton-card_body-slot-4 Placeholder"/>
          <p:cNvSpPr>
            <a:spLocks noGrp="1"/>
          </p:cNvSpPr>
          <p:nvPr>
            <p:ph type="body" idx="4"/>
          </p:nvPr>
        </p:nvSpPr>
        <p:spPr>
          <a:xfrm>
            <a:off x="933450" y="4391025"/>
            <a:ext cx="5153025" cy="18019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330"/>
            </a:lvl1pPr>
          </a:lstStyle>
          <a:p>
            <a:pPr algn="l" marL="0" indent="0">
              <a:buNone/>
            </a:pPr>
            <a:r>
              <a:rPr lang="en-US" sz="13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6" name="presenton-footer_value-slot-6 Placeholder"/>
          <p:cNvSpPr>
            <a:spLocks noGrp="1"/>
          </p:cNvSpPr>
          <p:nvPr>
            <p:ph type="body" idx="6"/>
          </p:nvPr>
        </p:nvSpPr>
        <p:spPr>
          <a:xfrm>
            <a:off x="11382375" y="6238875"/>
            <a:ext cx="3048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70"/>
            </a:lvl1pPr>
          </a:lstStyle>
          <a:p>
            <a:pPr algn="r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19373728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Executiv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testimonial_body-slot-3 Placeholder"/>
          <p:cNvSpPr>
            <a:spLocks noGrp="1"/>
          </p:cNvSpPr>
          <p:nvPr>
            <p:ph type="body" idx="3"/>
          </p:nvPr>
        </p:nvSpPr>
        <p:spPr>
          <a:xfrm>
            <a:off x="1413605" y="3609975"/>
            <a:ext cx="4886325" cy="1552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600"/>
            </a:lvl1pPr>
          </a:lstStyle>
          <a:p>
            <a:pPr algn="l"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3" name="presenton-image-slot-37 Placeholder"/>
          <p:cNvSpPr>
            <a:spLocks noGrp="1"/>
          </p:cNvSpPr>
          <p:nvPr>
            <p:ph type="pic" idx="4"/>
          </p:nvPr>
        </p:nvSpPr>
        <p:spPr>
          <a:xfrm>
            <a:off x="7140416" y="1157192"/>
            <a:ext cx="4543711" cy="4543711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4" name="presenton-pagination_text-slot-5 Placeholder"/>
          <p:cNvSpPr>
            <a:spLocks noGrp="1"/>
          </p:cNvSpPr>
          <p:nvPr>
            <p:ph type="body" idx="5"/>
          </p:nvPr>
        </p:nvSpPr>
        <p:spPr>
          <a:xfrm>
            <a:off x="10859738" y="6242399"/>
            <a:ext cx="824389" cy="1713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70"/>
            </a:lvl1pPr>
          </a:lstStyle>
          <a:p>
            <a:pPr algn="r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158393359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Executiv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headline_text-slot-1 Placeholder"/>
          <p:cNvSpPr>
            <a:spLocks noGrp="1"/>
          </p:cNvSpPr>
          <p:nvPr>
            <p:ph type="title" idx="1"/>
          </p:nvPr>
        </p:nvSpPr>
        <p:spPr>
          <a:xfrm>
            <a:off x="507968" y="488918"/>
            <a:ext cx="5913596" cy="11715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4200"/>
            </a:lvl1pPr>
          </a:lstStyle>
          <a:p>
            <a:pPr algn="l"/>
            <a:r>
              <a:rPr lang="en-US" sz="42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supporting_paragraph-slot-2 Placeholder"/>
          <p:cNvSpPr>
            <a:spLocks noGrp="1"/>
          </p:cNvSpPr>
          <p:nvPr>
            <p:ph type="body" idx="2"/>
          </p:nvPr>
        </p:nvSpPr>
        <p:spPr>
          <a:xfrm>
            <a:off x="507968" y="1936337"/>
            <a:ext cx="5772150" cy="217893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330"/>
            </a:lvl1pPr>
          </a:lstStyle>
          <a:p>
            <a:pPr algn="l" marL="0" indent="0">
              <a:buNone/>
            </a:pPr>
            <a:r>
              <a:rPr lang="en-US" sz="133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4" name="presenton-image-slot-38 Placeholder"/>
          <p:cNvSpPr>
            <a:spLocks noGrp="1"/>
          </p:cNvSpPr>
          <p:nvPr>
            <p:ph type="pic" idx="3"/>
          </p:nvPr>
        </p:nvSpPr>
        <p:spPr>
          <a:xfrm>
            <a:off x="6512719" y="444532"/>
            <a:ext cx="5190458" cy="5812155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5" name="presenton-footer_value-slot-5 Placeholder"/>
          <p:cNvSpPr>
            <a:spLocks noGrp="1"/>
          </p:cNvSpPr>
          <p:nvPr>
            <p:ph type="body" idx="5"/>
          </p:nvPr>
        </p:nvSpPr>
        <p:spPr>
          <a:xfrm>
            <a:off x="11383804" y="6242399"/>
            <a:ext cx="300323" cy="1713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70"/>
            </a:lvl1pPr>
          </a:lstStyle>
          <a:p>
            <a:pPr algn="r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416093851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Executiv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slide_heading-slot-1 Placeholder"/>
          <p:cNvSpPr>
            <a:spLocks noGrp="1"/>
          </p:cNvSpPr>
          <p:nvPr>
            <p:ph type="title" idx="1"/>
          </p:nvPr>
        </p:nvSpPr>
        <p:spPr>
          <a:xfrm>
            <a:off x="507968" y="488918"/>
            <a:ext cx="11040237" cy="139284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4200"/>
            </a:lvl1pPr>
          </a:lstStyle>
          <a:p>
            <a:pPr algn="l"/>
            <a:r>
              <a:rPr lang="en-US" sz="42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image-slot-39 Placeholder"/>
          <p:cNvSpPr>
            <a:spLocks noGrp="1"/>
          </p:cNvSpPr>
          <p:nvPr>
            <p:ph type="pic" idx="2"/>
          </p:nvPr>
        </p:nvSpPr>
        <p:spPr>
          <a:xfrm>
            <a:off x="598265" y="2088547"/>
            <a:ext cx="2031682" cy="2031682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4" name="presenton-profile_name-slot-4 Placeholder"/>
          <p:cNvSpPr>
            <a:spLocks noGrp="1"/>
          </p:cNvSpPr>
          <p:nvPr>
            <p:ph type="body" idx="4"/>
          </p:nvPr>
        </p:nvSpPr>
        <p:spPr>
          <a:xfrm>
            <a:off x="350330" y="5229796"/>
            <a:ext cx="2540794" cy="3172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330"/>
            </a:lvl1pPr>
          </a:lstStyle>
          <a:p>
            <a:pPr algn="ctr" marL="0" indent="0">
              <a:buNone/>
            </a:pPr>
            <a:r>
              <a:rPr lang="en-US" sz="133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5" name="presenton-profile_role-slot-5 Placeholder"/>
          <p:cNvSpPr>
            <a:spLocks noGrp="1"/>
          </p:cNvSpPr>
          <p:nvPr>
            <p:ph type="body" idx="5"/>
          </p:nvPr>
        </p:nvSpPr>
        <p:spPr>
          <a:xfrm>
            <a:off x="675513" y="5528786"/>
            <a:ext cx="1987963" cy="1672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930"/>
            </a:lvl1pPr>
          </a:lstStyle>
          <a:p>
            <a:pPr algn="ctr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6" name="presenton-footer_value-slot-7 Placeholder"/>
          <p:cNvSpPr>
            <a:spLocks noGrp="1"/>
          </p:cNvSpPr>
          <p:nvPr>
            <p:ph type="body" idx="7"/>
          </p:nvPr>
        </p:nvSpPr>
        <p:spPr>
          <a:xfrm>
            <a:off x="11383804" y="6242399"/>
            <a:ext cx="300323" cy="1713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70"/>
            </a:lvl1pPr>
          </a:lstStyle>
          <a:p>
            <a:pPr algn="r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296632409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Executiv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main_headline-slot-5 Placeholder"/>
          <p:cNvSpPr>
            <a:spLocks noGrp="1"/>
          </p:cNvSpPr>
          <p:nvPr>
            <p:ph type="title" idx="5"/>
          </p:nvPr>
        </p:nvSpPr>
        <p:spPr>
          <a:xfrm>
            <a:off x="507968" y="488918"/>
            <a:ext cx="11176159" cy="6399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4200"/>
            </a:lvl1pPr>
          </a:lstStyle>
          <a:p>
            <a:pPr algn="ctr"/>
            <a:r>
              <a:rPr lang="en-US" sz="42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supporting_subtitle-slot-6 Placeholder"/>
          <p:cNvSpPr>
            <a:spLocks noGrp="1"/>
          </p:cNvSpPr>
          <p:nvPr>
            <p:ph type="title" idx="6"/>
          </p:nvPr>
        </p:nvSpPr>
        <p:spPr>
          <a:xfrm>
            <a:off x="518827" y="1808036"/>
            <a:ext cx="11176159" cy="58045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1330"/>
            </a:lvl1pPr>
          </a:lstStyle>
          <a:p>
            <a:pPr algn="ctr"/>
            <a:r>
              <a:rPr lang="en-US" sz="133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4" name="presenton-section_title-slot-7 Placeholder"/>
          <p:cNvSpPr>
            <a:spLocks noGrp="1"/>
          </p:cNvSpPr>
          <p:nvPr>
            <p:ph type="title" idx="7"/>
          </p:nvPr>
        </p:nvSpPr>
        <p:spPr>
          <a:xfrm>
            <a:off x="507968" y="2708720"/>
            <a:ext cx="1861375" cy="3226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870"/>
            </a:lvl1pPr>
          </a:lstStyle>
          <a:p>
            <a:pPr algn="ctr"/>
            <a:r>
              <a:rPr lang="en-US" sz="187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5" name="presenton-section_description-slot-8 Placeholder"/>
          <p:cNvSpPr>
            <a:spLocks noGrp="1"/>
          </p:cNvSpPr>
          <p:nvPr>
            <p:ph type="body" idx="8"/>
          </p:nvPr>
        </p:nvSpPr>
        <p:spPr>
          <a:xfrm>
            <a:off x="507968" y="3108293"/>
            <a:ext cx="1590675" cy="9126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70"/>
            </a:lvl1pPr>
          </a:lstStyle>
          <a:p>
            <a:pPr algn="ctr" marL="0" indent="0">
              <a:buNone/>
            </a:pPr>
            <a:r>
              <a:rPr lang="en-US" sz="107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6" name="presenton-section_title-slot-9 Placeholder"/>
          <p:cNvSpPr>
            <a:spLocks noGrp="1"/>
          </p:cNvSpPr>
          <p:nvPr>
            <p:ph type="title" idx="9"/>
          </p:nvPr>
        </p:nvSpPr>
        <p:spPr>
          <a:xfrm>
            <a:off x="2701576" y="2696718"/>
            <a:ext cx="1590675" cy="3226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870"/>
            </a:lvl1pPr>
          </a:lstStyle>
          <a:p>
            <a:pPr algn="ctr"/>
            <a:r>
              <a:rPr lang="en-US" sz="187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7" name="presenton-section_description-slot-10 Placeholder"/>
          <p:cNvSpPr>
            <a:spLocks noGrp="1"/>
          </p:cNvSpPr>
          <p:nvPr>
            <p:ph type="body" idx="10"/>
          </p:nvPr>
        </p:nvSpPr>
        <p:spPr>
          <a:xfrm>
            <a:off x="2701576" y="3096292"/>
            <a:ext cx="1590675" cy="9126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70"/>
            </a:lvl1pPr>
          </a:lstStyle>
          <a:p>
            <a:pPr algn="ctr" marL="0" indent="0">
              <a:buNone/>
            </a:pPr>
            <a:r>
              <a:rPr lang="en-US" sz="107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8" name="presenton-section_title-slot-11 Placeholder"/>
          <p:cNvSpPr>
            <a:spLocks noGrp="1"/>
          </p:cNvSpPr>
          <p:nvPr>
            <p:ph type="title" idx="11"/>
          </p:nvPr>
        </p:nvSpPr>
        <p:spPr>
          <a:xfrm>
            <a:off x="4895183" y="2696718"/>
            <a:ext cx="1800225" cy="3226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870"/>
            </a:lvl1pPr>
          </a:lstStyle>
          <a:p>
            <a:pPr algn="ctr"/>
            <a:r>
              <a:rPr lang="en-US" sz="187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9" name="presenton-section_description-slot-12 Placeholder"/>
          <p:cNvSpPr>
            <a:spLocks noGrp="1"/>
          </p:cNvSpPr>
          <p:nvPr>
            <p:ph type="body" idx="12"/>
          </p:nvPr>
        </p:nvSpPr>
        <p:spPr>
          <a:xfrm>
            <a:off x="4999958" y="3096292"/>
            <a:ext cx="1590675" cy="9126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70"/>
            </a:lvl1pPr>
          </a:lstStyle>
          <a:p>
            <a:pPr algn="ctr" marL="0" indent="0">
              <a:buNone/>
            </a:pPr>
            <a:r>
              <a:rPr lang="en-US" sz="107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0" name="presenton-section_title-slot-13 Placeholder"/>
          <p:cNvSpPr>
            <a:spLocks noGrp="1"/>
          </p:cNvSpPr>
          <p:nvPr>
            <p:ph type="title" idx="13"/>
          </p:nvPr>
        </p:nvSpPr>
        <p:spPr>
          <a:xfrm>
            <a:off x="7298341" y="2696718"/>
            <a:ext cx="1590675" cy="3226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870"/>
            </a:lvl1pPr>
          </a:lstStyle>
          <a:p>
            <a:pPr algn="ctr"/>
            <a:r>
              <a:rPr lang="en-US" sz="187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11" name="presenton-section_description-slot-14 Placeholder"/>
          <p:cNvSpPr>
            <a:spLocks noGrp="1"/>
          </p:cNvSpPr>
          <p:nvPr>
            <p:ph type="body" idx="14"/>
          </p:nvPr>
        </p:nvSpPr>
        <p:spPr>
          <a:xfrm>
            <a:off x="7298341" y="3096292"/>
            <a:ext cx="1590675" cy="9126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70"/>
            </a:lvl1pPr>
          </a:lstStyle>
          <a:p>
            <a:pPr algn="ctr" marL="0" indent="0">
              <a:buNone/>
            </a:pPr>
            <a:r>
              <a:rPr lang="en-US" sz="107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2" name="presenton-section_title-slot-15 Placeholder"/>
          <p:cNvSpPr>
            <a:spLocks noGrp="1"/>
          </p:cNvSpPr>
          <p:nvPr>
            <p:ph type="title" idx="15"/>
          </p:nvPr>
        </p:nvSpPr>
        <p:spPr>
          <a:xfrm>
            <a:off x="9491948" y="2708720"/>
            <a:ext cx="1733550" cy="3226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870"/>
            </a:lvl1pPr>
          </a:lstStyle>
          <a:p>
            <a:pPr algn="ctr"/>
            <a:r>
              <a:rPr lang="en-US" sz="187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13" name="presenton-section_description-slot-16 Placeholder"/>
          <p:cNvSpPr>
            <a:spLocks noGrp="1"/>
          </p:cNvSpPr>
          <p:nvPr>
            <p:ph type="body" idx="16"/>
          </p:nvPr>
        </p:nvSpPr>
        <p:spPr>
          <a:xfrm>
            <a:off x="9568148" y="3108293"/>
            <a:ext cx="1590675" cy="9126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70"/>
            </a:lvl1pPr>
          </a:lstStyle>
          <a:p>
            <a:pPr algn="ctr" marL="0" indent="0">
              <a:buNone/>
            </a:pPr>
            <a:r>
              <a:rPr lang="en-US" sz="107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4" name="presenton-footer_number-slot-18 Placeholder"/>
          <p:cNvSpPr>
            <a:spLocks noGrp="1"/>
          </p:cNvSpPr>
          <p:nvPr>
            <p:ph type="body" idx="18"/>
          </p:nvPr>
        </p:nvSpPr>
        <p:spPr>
          <a:xfrm>
            <a:off x="11383804" y="6242399"/>
            <a:ext cx="300323" cy="1713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70"/>
            </a:lvl1pPr>
          </a:lstStyle>
          <a:p>
            <a:pPr algn="r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244197897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Executiv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headline-slot-1 Placeholder"/>
          <p:cNvSpPr>
            <a:spLocks noGrp="1"/>
          </p:cNvSpPr>
          <p:nvPr>
            <p:ph type="title" idx="1"/>
          </p:nvPr>
        </p:nvSpPr>
        <p:spPr>
          <a:xfrm>
            <a:off x="507968" y="481012"/>
            <a:ext cx="495300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4200"/>
            </a:lvl1pPr>
          </a:lstStyle>
          <a:p>
            <a:pPr algn="l"/>
            <a:r>
              <a:rPr lang="en-US" sz="42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intro_description-slot-2 Placeholder"/>
          <p:cNvSpPr>
            <a:spLocks noGrp="1"/>
          </p:cNvSpPr>
          <p:nvPr>
            <p:ph type="body" idx="2"/>
          </p:nvPr>
        </p:nvSpPr>
        <p:spPr>
          <a:xfrm>
            <a:off x="507968" y="1257300"/>
            <a:ext cx="5000625" cy="14787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350"/>
            </a:lvl1pPr>
          </a:lstStyle>
          <a:p>
            <a:pPr algn="l"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4" name="presenton-plan_name-slot-3 Placeholder"/>
          <p:cNvSpPr>
            <a:spLocks noGrp="1"/>
          </p:cNvSpPr>
          <p:nvPr>
            <p:ph type="body" idx="3"/>
          </p:nvPr>
        </p:nvSpPr>
        <p:spPr>
          <a:xfrm>
            <a:off x="6150102" y="471011"/>
            <a:ext cx="1757934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880"/>
            </a:lvl1pPr>
          </a:lstStyle>
          <a:p>
            <a:pPr algn="l" marL="0" indent="0">
              <a:buNone/>
            </a:pPr>
            <a:r>
              <a:rPr lang="en-US" sz="1880" b="1" dirty="0">
                <a:solidFill>
                  <a:srgbClr val="8958F4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5" name="presenton-plan_price-slot-4 Placeholder"/>
          <p:cNvSpPr>
            <a:spLocks noGrp="1"/>
          </p:cNvSpPr>
          <p:nvPr>
            <p:ph type="body" idx="4"/>
          </p:nvPr>
        </p:nvSpPr>
        <p:spPr>
          <a:xfrm>
            <a:off x="6150102" y="966311"/>
            <a:ext cx="2431161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3680"/>
            </a:lvl1pPr>
          </a:lstStyle>
          <a:p>
            <a:pPr algn="l" marL="0" indent="0">
              <a:buNone/>
            </a:pPr>
            <a:r>
              <a:rPr lang="en-US" sz="3680" b="1" dirty="0">
                <a:solidFill>
                  <a:srgbClr val="8958F4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6" name="presenton-plan_name-slot-5 Placeholder"/>
          <p:cNvSpPr>
            <a:spLocks noGrp="1"/>
          </p:cNvSpPr>
          <p:nvPr>
            <p:ph type="body" idx="5"/>
          </p:nvPr>
        </p:nvSpPr>
        <p:spPr>
          <a:xfrm>
            <a:off x="12182475" y="461105"/>
            <a:ext cx="9525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880"/>
            </a:lvl1pPr>
          </a:lstStyle>
          <a:p>
            <a:pPr algn="l" marL="0" indent="0">
              <a:buNone/>
            </a:pPr>
            <a:r>
              <a:rPr lang="en-US" sz="1880" b="1" dirty="0">
                <a:solidFill>
                  <a:srgbClr val="8958F4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7" name="presenton-plan_price-slot-6 Placeholder"/>
          <p:cNvSpPr>
            <a:spLocks noGrp="1"/>
          </p:cNvSpPr>
          <p:nvPr>
            <p:ph type="body" idx="6"/>
          </p:nvPr>
        </p:nvSpPr>
        <p:spPr>
          <a:xfrm>
            <a:off x="12182475" y="956405"/>
            <a:ext cx="9525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3680"/>
            </a:lvl1pPr>
          </a:lstStyle>
          <a:p>
            <a:pPr algn="l" marL="0" indent="0">
              <a:buNone/>
            </a:pPr>
            <a:r>
              <a:rPr lang="en-US" sz="3680" b="1" dirty="0">
                <a:solidFill>
                  <a:srgbClr val="8958F4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8" name="presenton-page_marker-slot-7 Placeholder"/>
          <p:cNvSpPr>
            <a:spLocks noGrp="1"/>
          </p:cNvSpPr>
          <p:nvPr>
            <p:ph type="body" idx="7"/>
          </p:nvPr>
        </p:nvSpPr>
        <p:spPr>
          <a:xfrm>
            <a:off x="10839450" y="6229350"/>
            <a:ext cx="8572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060"/>
            </a:lvl1pPr>
          </a:lstStyle>
          <a:p>
            <a:pPr algn="r" marL="0" indent="0">
              <a:buNone/>
            </a:pPr>
            <a:r>
              <a:rPr lang="en-US" sz="106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139770431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Executiv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main_heading-slot-3 Placeholder"/>
          <p:cNvSpPr>
            <a:spLocks noGrp="1"/>
          </p:cNvSpPr>
          <p:nvPr>
            <p:ph type="title" idx="3"/>
          </p:nvPr>
        </p:nvSpPr>
        <p:spPr>
          <a:xfrm>
            <a:off x="507968" y="2312003"/>
            <a:ext cx="5168932" cy="17477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3820"/>
            </a:lvl1pPr>
          </a:lstStyle>
          <a:p>
            <a:pPr algn="l"/>
            <a:r>
              <a:rPr lang="en-US" sz="382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supporting_summary-slot-4 Placeholder"/>
          <p:cNvSpPr>
            <a:spLocks noGrp="1"/>
          </p:cNvSpPr>
          <p:nvPr>
            <p:ph type="body" idx="4"/>
          </p:nvPr>
        </p:nvSpPr>
        <p:spPr>
          <a:xfrm>
            <a:off x="507968" y="4138517"/>
            <a:ext cx="4997101" cy="85867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330"/>
            </a:lvl1pPr>
          </a:lstStyle>
          <a:p>
            <a:pPr algn="l" marL="0" indent="0">
              <a:buNone/>
            </a:pPr>
            <a:r>
              <a:rPr lang="en-US" sz="133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4" name="presenton-stage_label-slot-5 Placeholder"/>
          <p:cNvSpPr>
            <a:spLocks noGrp="1"/>
          </p:cNvSpPr>
          <p:nvPr>
            <p:ph type="body" idx="5"/>
          </p:nvPr>
        </p:nvSpPr>
        <p:spPr>
          <a:xfrm>
            <a:off x="6186488" y="614362"/>
            <a:ext cx="1000125" cy="2952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600"/>
            </a:lvl1pPr>
          </a:lstStyle>
          <a:p>
            <a:pPr algn="l"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5" name="presenton-stage_title-slot-6 Placeholder"/>
          <p:cNvSpPr>
            <a:spLocks noGrp="1"/>
          </p:cNvSpPr>
          <p:nvPr>
            <p:ph type="title" idx="6"/>
          </p:nvPr>
        </p:nvSpPr>
        <p:spPr>
          <a:xfrm>
            <a:off x="7253288" y="614362"/>
            <a:ext cx="3896963" cy="2952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600"/>
            </a:lvl1pPr>
          </a:lstStyle>
          <a:p>
            <a:pPr algn="l"/>
            <a:r>
              <a:rPr lang="en-US" sz="16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6" name="presenton-stage_description-slot-7 Placeholder"/>
          <p:cNvSpPr>
            <a:spLocks noGrp="1"/>
          </p:cNvSpPr>
          <p:nvPr>
            <p:ph type="body" idx="7"/>
          </p:nvPr>
        </p:nvSpPr>
        <p:spPr>
          <a:xfrm>
            <a:off x="7253288" y="947738"/>
            <a:ext cx="4191000" cy="9086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70"/>
            </a:lvl1pPr>
          </a:lstStyle>
          <a:p>
            <a:pPr algn="l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7" name="presenton-footer_page_value-slot-9 Placeholder"/>
          <p:cNvSpPr>
            <a:spLocks noGrp="1"/>
          </p:cNvSpPr>
          <p:nvPr>
            <p:ph type="body" idx="9"/>
          </p:nvPr>
        </p:nvSpPr>
        <p:spPr>
          <a:xfrm>
            <a:off x="11383804" y="6242399"/>
            <a:ext cx="300323" cy="1713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70"/>
            </a:lvl1pPr>
          </a:lstStyle>
          <a:p>
            <a:pPr algn="r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167390195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Executiv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image-slot-48 Placeholder"/>
          <p:cNvSpPr>
            <a:spLocks noGrp="1"/>
          </p:cNvSpPr>
          <p:nvPr>
            <p:ph type="pic" idx="3"/>
          </p:nvPr>
        </p:nvSpPr>
        <p:spPr>
          <a:xfrm>
            <a:off x="507968" y="685800"/>
            <a:ext cx="4874038" cy="5649373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3" name="presenton-main_heading_text-slot-4 Placeholder"/>
          <p:cNvSpPr>
            <a:spLocks noGrp="1"/>
          </p:cNvSpPr>
          <p:nvPr>
            <p:ph type="title" idx="4"/>
          </p:nvPr>
        </p:nvSpPr>
        <p:spPr>
          <a:xfrm>
            <a:off x="6020943" y="2271712"/>
            <a:ext cx="5763196" cy="647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4200"/>
            </a:lvl1pPr>
          </a:lstStyle>
          <a:p>
            <a:pPr algn="l"/>
            <a:r>
              <a:rPr lang="en-US" sz="42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4" name="presenton-supporting_description_text-slot-5 Placeholder"/>
          <p:cNvSpPr>
            <a:spLocks noGrp="1"/>
          </p:cNvSpPr>
          <p:nvPr>
            <p:ph type="body" idx="5"/>
          </p:nvPr>
        </p:nvSpPr>
        <p:spPr>
          <a:xfrm>
            <a:off x="6020943" y="2981325"/>
            <a:ext cx="5750719" cy="970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330"/>
            </a:lvl1pPr>
          </a:lstStyle>
          <a:p>
            <a:pPr algn="l" marL="0" indent="0">
              <a:buNone/>
            </a:pPr>
            <a:r>
              <a:rPr lang="en-US" sz="133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5" name="presenton-footer_value_text-slot-7 Placeholder"/>
          <p:cNvSpPr>
            <a:spLocks noGrp="1"/>
          </p:cNvSpPr>
          <p:nvPr>
            <p:ph type="body" idx="7"/>
          </p:nvPr>
        </p:nvSpPr>
        <p:spPr>
          <a:xfrm>
            <a:off x="11383804" y="6242399"/>
            <a:ext cx="300323" cy="1713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70"/>
            </a:lvl1pPr>
          </a:lstStyle>
          <a:p>
            <a:pPr algn="r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165673586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Executiv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main_heading-slot-2 Placeholder"/>
          <p:cNvSpPr>
            <a:spLocks noGrp="1"/>
          </p:cNvSpPr>
          <p:nvPr>
            <p:ph type="title" idx="2"/>
          </p:nvPr>
        </p:nvSpPr>
        <p:spPr>
          <a:xfrm>
            <a:off x="507968" y="488918"/>
            <a:ext cx="4994338" cy="12089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4200"/>
            </a:lvl1pPr>
          </a:lstStyle>
          <a:p>
            <a:pPr algn="l"/>
            <a:r>
              <a:rPr lang="en-US" sz="42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summary_text-slot-3 Placeholder"/>
          <p:cNvSpPr>
            <a:spLocks noGrp="1"/>
          </p:cNvSpPr>
          <p:nvPr>
            <p:ph type="body" idx="3"/>
          </p:nvPr>
        </p:nvSpPr>
        <p:spPr>
          <a:xfrm>
            <a:off x="507968" y="1763268"/>
            <a:ext cx="4969954" cy="160543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330"/>
            </a:lvl1pPr>
          </a:lstStyle>
          <a:p>
            <a:pPr algn="l" marL="0" indent="0">
              <a:buNone/>
            </a:pPr>
            <a:r>
              <a:rPr lang="en-US" sz="133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4" name="presenton-card_heading-slot-4 Placeholder"/>
          <p:cNvSpPr>
            <a:spLocks noGrp="1"/>
          </p:cNvSpPr>
          <p:nvPr>
            <p:ph type="title" idx="4"/>
          </p:nvPr>
        </p:nvSpPr>
        <p:spPr>
          <a:xfrm>
            <a:off x="6630734" y="622173"/>
            <a:ext cx="5042630" cy="2883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600"/>
            </a:lvl1pPr>
          </a:lstStyle>
          <a:p>
            <a:pPr algn="l"/>
            <a:r>
              <a:rPr lang="en-US" sz="16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5" name="presenton-card_body-slot-5 Placeholder"/>
          <p:cNvSpPr>
            <a:spLocks noGrp="1"/>
          </p:cNvSpPr>
          <p:nvPr>
            <p:ph type="body" idx="5"/>
          </p:nvPr>
        </p:nvSpPr>
        <p:spPr>
          <a:xfrm>
            <a:off x="6641592" y="1113187"/>
            <a:ext cx="4891945" cy="11725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330"/>
            </a:lvl1pPr>
          </a:lstStyle>
          <a:p>
            <a:pPr algn="l" marL="0" indent="0">
              <a:buNone/>
            </a:pPr>
            <a:r>
              <a:rPr lang="en-US" sz="13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6" name="presenton-footer_number-slot-7 Placeholder"/>
          <p:cNvSpPr>
            <a:spLocks noGrp="1"/>
          </p:cNvSpPr>
          <p:nvPr>
            <p:ph type="body" idx="7"/>
          </p:nvPr>
        </p:nvSpPr>
        <p:spPr>
          <a:xfrm>
            <a:off x="11383804" y="6242399"/>
            <a:ext cx="300323" cy="1713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70"/>
            </a:lvl1pPr>
          </a:lstStyle>
          <a:p>
            <a:pPr algn="r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370527133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Executiv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main_title-slot-1 Placeholder"/>
          <p:cNvSpPr>
            <a:spLocks noGrp="1"/>
          </p:cNvSpPr>
          <p:nvPr>
            <p:ph type="title" idx="1"/>
          </p:nvPr>
        </p:nvSpPr>
        <p:spPr>
          <a:xfrm>
            <a:off x="507968" y="501682"/>
            <a:ext cx="11047286" cy="6399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4200"/>
            </a:lvl1pPr>
          </a:lstStyle>
          <a:p>
            <a:pPr algn="ctr"/>
            <a:r>
              <a:rPr lang="en-US" sz="42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subtitle-slot-2 Placeholder"/>
          <p:cNvSpPr>
            <a:spLocks noGrp="1"/>
          </p:cNvSpPr>
          <p:nvPr>
            <p:ph type="title" idx="2"/>
          </p:nvPr>
        </p:nvSpPr>
        <p:spPr>
          <a:xfrm>
            <a:off x="507968" y="1136332"/>
            <a:ext cx="11047286" cy="4613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330"/>
            </a:lvl1pPr>
          </a:lstStyle>
          <a:p>
            <a:pPr algn="ctr"/>
            <a:r>
              <a:rPr lang="en-US" sz="133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4" name="presenton-image-slot-50 Placeholder"/>
          <p:cNvSpPr>
            <a:spLocks noGrp="1"/>
          </p:cNvSpPr>
          <p:nvPr>
            <p:ph type="pic" idx="3"/>
          </p:nvPr>
        </p:nvSpPr>
        <p:spPr>
          <a:xfrm>
            <a:off x="1745552" y="3076384"/>
            <a:ext cx="791718" cy="791718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5" name="presenton-step_title-slot-4 Placeholder"/>
          <p:cNvSpPr>
            <a:spLocks noGrp="1"/>
          </p:cNvSpPr>
          <p:nvPr>
            <p:ph type="title" idx="4"/>
          </p:nvPr>
        </p:nvSpPr>
        <p:spPr>
          <a:xfrm>
            <a:off x="984409" y="4252150"/>
            <a:ext cx="2313908" cy="2724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600"/>
            </a:lvl1pPr>
          </a:lstStyle>
          <a:p>
            <a:pPr algn="ctr"/>
            <a:r>
              <a:rPr lang="en-US" sz="16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6" name="presenton-step_description-slot-5 Placeholder"/>
          <p:cNvSpPr>
            <a:spLocks noGrp="1"/>
          </p:cNvSpPr>
          <p:nvPr>
            <p:ph type="body" idx="5"/>
          </p:nvPr>
        </p:nvSpPr>
        <p:spPr>
          <a:xfrm>
            <a:off x="1048322" y="4623721"/>
            <a:ext cx="2186178" cy="5216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930"/>
            </a:lvl1pPr>
          </a:lstStyle>
          <a:p>
            <a:pPr algn="ctr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7" name="presenton-footer_value-slot-7 Placeholder"/>
          <p:cNvSpPr>
            <a:spLocks noGrp="1"/>
          </p:cNvSpPr>
          <p:nvPr>
            <p:ph type="body" idx="7"/>
          </p:nvPr>
        </p:nvSpPr>
        <p:spPr>
          <a:xfrm>
            <a:off x="11383804" y="6242399"/>
            <a:ext cx="300323" cy="1713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70"/>
            </a:lvl1pPr>
          </a:lstStyle>
          <a:p>
            <a:pPr algn="r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219799118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Executiv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headline_text-slot-5 Placeholder"/>
          <p:cNvSpPr>
            <a:spLocks noGrp="1"/>
          </p:cNvSpPr>
          <p:nvPr>
            <p:ph type="title" idx="5"/>
          </p:nvPr>
        </p:nvSpPr>
        <p:spPr>
          <a:xfrm>
            <a:off x="507968" y="488918"/>
            <a:ext cx="11176159" cy="6399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4200"/>
            </a:lvl1pPr>
          </a:lstStyle>
          <a:p>
            <a:pPr algn="l"/>
            <a:r>
              <a:rPr lang="en-US" sz="42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summary_text-slot-6 Placeholder"/>
          <p:cNvSpPr>
            <a:spLocks noGrp="1"/>
          </p:cNvSpPr>
          <p:nvPr>
            <p:ph type="body" idx="6"/>
          </p:nvPr>
        </p:nvSpPr>
        <p:spPr>
          <a:xfrm>
            <a:off x="507968" y="1122140"/>
            <a:ext cx="11176159" cy="4613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330"/>
            </a:lvl1pPr>
          </a:lstStyle>
          <a:p>
            <a:pPr algn="l" marL="0" indent="0">
              <a:buNone/>
            </a:pPr>
            <a:r>
              <a:rPr lang="en-US" sz="133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4" name="presenton-section_heading-slot-7 Placeholder"/>
          <p:cNvSpPr>
            <a:spLocks noGrp="1"/>
          </p:cNvSpPr>
          <p:nvPr>
            <p:ph type="title" idx="7"/>
          </p:nvPr>
        </p:nvSpPr>
        <p:spPr>
          <a:xfrm>
            <a:off x="4080986" y="3284982"/>
            <a:ext cx="4307205" cy="2771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600"/>
            </a:lvl1pPr>
          </a:lstStyle>
          <a:p>
            <a:pPr algn="l"/>
            <a:r>
              <a:rPr lang="en-US" sz="16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5" name="presenton-section_body-slot-8 Placeholder"/>
          <p:cNvSpPr>
            <a:spLocks noGrp="1"/>
          </p:cNvSpPr>
          <p:nvPr>
            <p:ph type="body" idx="8"/>
          </p:nvPr>
        </p:nvSpPr>
        <p:spPr>
          <a:xfrm>
            <a:off x="4080986" y="3611404"/>
            <a:ext cx="4051649" cy="799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70"/>
            </a:lvl1pPr>
          </a:lstStyle>
          <a:p>
            <a:pPr algn="l" marL="0" indent="0">
              <a:buNone/>
            </a:pPr>
            <a:r>
              <a:rPr lang="en-US" sz="107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6" name="presenton-section_heading-slot-9 Placeholder"/>
          <p:cNvSpPr>
            <a:spLocks noGrp="1"/>
          </p:cNvSpPr>
          <p:nvPr>
            <p:ph type="title" idx="9"/>
          </p:nvPr>
        </p:nvSpPr>
        <p:spPr>
          <a:xfrm>
            <a:off x="507968" y="4971288"/>
            <a:ext cx="4090606" cy="2883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600"/>
            </a:lvl1pPr>
          </a:lstStyle>
          <a:p>
            <a:pPr algn="l"/>
            <a:r>
              <a:rPr lang="en-US" sz="16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7" name="presenton-section_body-slot-10 Placeholder"/>
          <p:cNvSpPr>
            <a:spLocks noGrp="1"/>
          </p:cNvSpPr>
          <p:nvPr>
            <p:ph type="body" idx="10"/>
          </p:nvPr>
        </p:nvSpPr>
        <p:spPr>
          <a:xfrm>
            <a:off x="507968" y="5370862"/>
            <a:ext cx="4101084" cy="9126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70"/>
            </a:lvl1pPr>
          </a:lstStyle>
          <a:p>
            <a:pPr algn="l" marL="0" indent="0">
              <a:buNone/>
            </a:pPr>
            <a:r>
              <a:rPr lang="en-US" sz="107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8" name="presenton-section_heading-slot-11 Placeholder"/>
          <p:cNvSpPr>
            <a:spLocks noGrp="1"/>
          </p:cNvSpPr>
          <p:nvPr>
            <p:ph type="title" idx="11"/>
          </p:nvPr>
        </p:nvSpPr>
        <p:spPr>
          <a:xfrm>
            <a:off x="7588091" y="4859941"/>
            <a:ext cx="4073271" cy="2883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600"/>
            </a:lvl1pPr>
          </a:lstStyle>
          <a:p>
            <a:pPr algn="l"/>
            <a:r>
              <a:rPr lang="en-US" sz="16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9" name="presenton-section_body-slot-12 Placeholder"/>
          <p:cNvSpPr>
            <a:spLocks noGrp="1"/>
          </p:cNvSpPr>
          <p:nvPr>
            <p:ph type="body" idx="12"/>
          </p:nvPr>
        </p:nvSpPr>
        <p:spPr>
          <a:xfrm>
            <a:off x="7588091" y="5259514"/>
            <a:ext cx="4096036" cy="9126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70"/>
            </a:lvl1pPr>
          </a:lstStyle>
          <a:p>
            <a:pPr algn="l" marL="0" indent="0">
              <a:buNone/>
            </a:pPr>
            <a:r>
              <a:rPr lang="en-US" sz="107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0" name="presenton-footer_marker_text-slot-13 Placeholder"/>
          <p:cNvSpPr>
            <a:spLocks noGrp="1"/>
          </p:cNvSpPr>
          <p:nvPr>
            <p:ph type="body" idx="13"/>
          </p:nvPr>
        </p:nvSpPr>
        <p:spPr>
          <a:xfrm>
            <a:off x="10859738" y="6242399"/>
            <a:ext cx="824389" cy="1713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70"/>
            </a:lvl1pPr>
          </a:lstStyle>
          <a:p>
            <a:pPr algn="r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371056384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Executiv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main_heading-slot-5 Placeholder"/>
          <p:cNvSpPr>
            <a:spLocks noGrp="1"/>
          </p:cNvSpPr>
          <p:nvPr>
            <p:ph type="title" idx="5"/>
          </p:nvPr>
        </p:nvSpPr>
        <p:spPr>
          <a:xfrm>
            <a:off x="381000" y="504825"/>
            <a:ext cx="114300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3600"/>
            </a:lvl1pPr>
          </a:lstStyle>
          <a:p>
            <a:pPr algn="ctr"/>
            <a:r>
              <a:rPr lang="en-US" sz="36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subtitle_text-slot-6 Placeholder"/>
          <p:cNvSpPr>
            <a:spLocks noGrp="1"/>
          </p:cNvSpPr>
          <p:nvPr>
            <p:ph type="title" idx="6"/>
          </p:nvPr>
        </p:nvSpPr>
        <p:spPr>
          <a:xfrm>
            <a:off x="507968" y="1209675"/>
            <a:ext cx="11047286" cy="4613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330"/>
            </a:lvl1pPr>
          </a:lstStyle>
          <a:p>
            <a:pPr algn="ctr"/>
            <a:r>
              <a:rPr lang="en-US" sz="133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4" name="presenton-left_callout_title-slot-12 Placeholder"/>
          <p:cNvSpPr>
            <a:spLocks noGrp="1"/>
          </p:cNvSpPr>
          <p:nvPr>
            <p:ph type="title" idx="12"/>
          </p:nvPr>
        </p:nvSpPr>
        <p:spPr>
          <a:xfrm>
            <a:off x="1493901" y="3516058"/>
            <a:ext cx="2801112" cy="2883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600"/>
            </a:lvl1pPr>
          </a:lstStyle>
          <a:p>
            <a:pPr algn="r"/>
            <a:r>
              <a:rPr lang="en-US" sz="16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5" name="presenton-left_callout_description-slot-13 Placeholder"/>
          <p:cNvSpPr>
            <a:spLocks noGrp="1"/>
          </p:cNvSpPr>
          <p:nvPr>
            <p:ph type="body" idx="13"/>
          </p:nvPr>
        </p:nvSpPr>
        <p:spPr>
          <a:xfrm>
            <a:off x="507968" y="3888867"/>
            <a:ext cx="3786950" cy="37252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070"/>
            </a:lvl1pPr>
          </a:lstStyle>
          <a:p>
            <a:pPr algn="r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6" name="presenton-lower_left_callout_title-slot-14 Placeholder"/>
          <p:cNvSpPr>
            <a:spLocks noGrp="1"/>
          </p:cNvSpPr>
          <p:nvPr>
            <p:ph type="title" idx="14"/>
          </p:nvPr>
        </p:nvSpPr>
        <p:spPr>
          <a:xfrm>
            <a:off x="1807178" y="4990052"/>
            <a:ext cx="2487835" cy="2883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600"/>
            </a:lvl1pPr>
          </a:lstStyle>
          <a:p>
            <a:pPr algn="r"/>
            <a:r>
              <a:rPr lang="en-US" sz="16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7" name="presenton-lower_left_callout_description-slot-15 Placeholder"/>
          <p:cNvSpPr>
            <a:spLocks noGrp="1"/>
          </p:cNvSpPr>
          <p:nvPr>
            <p:ph type="body" idx="15"/>
          </p:nvPr>
        </p:nvSpPr>
        <p:spPr>
          <a:xfrm>
            <a:off x="507968" y="5362861"/>
            <a:ext cx="3786950" cy="37252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070"/>
            </a:lvl1pPr>
          </a:lstStyle>
          <a:p>
            <a:pPr algn="r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8" name="presenton-right_callout_title-slot-16 Placeholder"/>
          <p:cNvSpPr>
            <a:spLocks noGrp="1"/>
          </p:cNvSpPr>
          <p:nvPr>
            <p:ph type="title" idx="16"/>
          </p:nvPr>
        </p:nvSpPr>
        <p:spPr>
          <a:xfrm>
            <a:off x="7961757" y="3103721"/>
            <a:ext cx="3297174" cy="2883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600"/>
            </a:lvl1pPr>
          </a:lstStyle>
          <a:p>
            <a:pPr algn="l"/>
            <a:r>
              <a:rPr lang="en-US" sz="16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9" name="presenton-right_callout_description-slot-17 Placeholder"/>
          <p:cNvSpPr>
            <a:spLocks noGrp="1"/>
          </p:cNvSpPr>
          <p:nvPr>
            <p:ph type="body" idx="17"/>
          </p:nvPr>
        </p:nvSpPr>
        <p:spPr>
          <a:xfrm>
            <a:off x="7961757" y="3476530"/>
            <a:ext cx="3650932" cy="37252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070"/>
            </a:lvl1pPr>
          </a:lstStyle>
          <a:p>
            <a:pPr algn="l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0" name="presenton-lower_right_callout_title-slot-18 Placeholder"/>
          <p:cNvSpPr>
            <a:spLocks noGrp="1"/>
          </p:cNvSpPr>
          <p:nvPr>
            <p:ph type="title" idx="18"/>
          </p:nvPr>
        </p:nvSpPr>
        <p:spPr>
          <a:xfrm>
            <a:off x="7961757" y="4655534"/>
            <a:ext cx="2252853" cy="2883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600"/>
            </a:lvl1pPr>
          </a:lstStyle>
          <a:p>
            <a:pPr algn="l"/>
            <a:r>
              <a:rPr lang="en-US" sz="16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11" name="presenton-lower_right_callout_description-slot-19 Placeholder"/>
          <p:cNvSpPr>
            <a:spLocks noGrp="1"/>
          </p:cNvSpPr>
          <p:nvPr>
            <p:ph type="body" idx="19"/>
          </p:nvPr>
        </p:nvSpPr>
        <p:spPr>
          <a:xfrm>
            <a:off x="7961757" y="5028343"/>
            <a:ext cx="3606165" cy="37252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070"/>
            </a:lvl1pPr>
          </a:lstStyle>
          <a:p>
            <a:pPr algn="l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2" name="presenton-footer_page_value-slot-21 Placeholder"/>
          <p:cNvSpPr>
            <a:spLocks noGrp="1"/>
          </p:cNvSpPr>
          <p:nvPr>
            <p:ph type="body" idx="21"/>
          </p:nvPr>
        </p:nvSpPr>
        <p:spPr>
          <a:xfrm>
            <a:off x="11254930" y="6233255"/>
            <a:ext cx="300323" cy="1761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70"/>
            </a:lvl1pPr>
          </a:lstStyle>
          <a:p>
            <a:pPr algn="r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96434031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Executiv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headline_text-slot-3 Placeholder"/>
          <p:cNvSpPr>
            <a:spLocks noGrp="1"/>
          </p:cNvSpPr>
          <p:nvPr>
            <p:ph type="title" idx="3"/>
          </p:nvPr>
        </p:nvSpPr>
        <p:spPr>
          <a:xfrm>
            <a:off x="507968" y="488918"/>
            <a:ext cx="11045952" cy="6399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4200"/>
            </a:lvl1pPr>
          </a:lstStyle>
          <a:p>
            <a:pPr algn="l"/>
            <a:r>
              <a:rPr lang="en-US" sz="42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supporting_copy-slot-4 Placeholder"/>
          <p:cNvSpPr>
            <a:spLocks noGrp="1"/>
          </p:cNvSpPr>
          <p:nvPr>
            <p:ph type="body" idx="4"/>
          </p:nvPr>
        </p:nvSpPr>
        <p:spPr>
          <a:xfrm>
            <a:off x="507968" y="1233106"/>
            <a:ext cx="10957846" cy="4613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330"/>
            </a:lvl1pPr>
          </a:lstStyle>
          <a:p>
            <a:pPr algn="l" marL="0" indent="0">
              <a:buNone/>
            </a:pPr>
            <a:r>
              <a:rPr lang="en-US" sz="133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4" name="presenton-image-slot-66 Placeholder"/>
          <p:cNvSpPr>
            <a:spLocks noGrp="1"/>
          </p:cNvSpPr>
          <p:nvPr>
            <p:ph type="pic" idx="5"/>
          </p:nvPr>
        </p:nvSpPr>
        <p:spPr>
          <a:xfrm>
            <a:off x="7063740" y="2199799"/>
            <a:ext cx="5128260" cy="4658201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</p:spTree>
    <p:extLst>
      <p:ext uri="{BB962C8B-B14F-4D97-AF65-F5344CB8AC3E}">
        <p14:creationId val="209354243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
  <Relationship Id="rId14" Type="http://schemas.openxmlformats.org/officeDocument/2006/relationships/slideLayout" Target="../slideLayouts/slideLayout13.xml"/>
  <Relationship Id="rId15" Type="http://schemas.openxmlformats.org/officeDocument/2006/relationships/slideLayout" Target="../slideLayouts/slideLayout14.xml"/>
  <Relationship Id="rId16" Type="http://schemas.openxmlformats.org/officeDocument/2006/relationships/slideLayout" Target="../slideLayouts/slideLayout15.xml"/>
  <Relationship Id="rId17" Type="http://schemas.openxmlformats.org/officeDocument/2006/relationships/slideLayout" Target="../slideLayouts/slideLayout16.xml"/>
  <Relationship Id="rId18" Type="http://schemas.openxmlformats.org/officeDocument/2006/relationships/slideLayout" Target="../slideLayouts/slideLayout17.xml"/>
  <Relationship Id="rId19" Type="http://schemas.openxmlformats.org/officeDocument/2006/relationships/slideLayout" Target="../slideLayouts/slideLayout18.xml"/>
  <Relationship Id="rId20" Type="http://schemas.openxmlformats.org/officeDocument/2006/relationships/slideLayout" Target="../slideLayouts/slideLayout19.xml"/>
  <Relationship Id="rId21" Type="http://schemas.openxmlformats.org/officeDocument/2006/relationships/slideLayout" Target="../slideLayouts/slideLayout20.xml"/>
  <Relationship Id="rId22" Type="http://schemas.openxmlformats.org/officeDocument/2006/relationships/slideLayout" Target="../slideLayouts/slideLayout21.xml"/>
  <Relationship Id="rId23" Type="http://schemas.openxmlformats.org/officeDocument/2006/relationships/slideLayout" Target="../slideLayouts/slideLayout22.xml"/>
  <Relationship Id="rId24" Type="http://schemas.openxmlformats.org/officeDocument/2006/relationships/slideLayout" Target="../slideLayouts/slideLayout23.xml"/>
  <Relationship Id="rId25" Type="http://schemas.openxmlformats.org/officeDocument/2006/relationships/slideLayout" Target="../slideLayouts/slideLayout24.xml"/>
  <Relationship Id="rId26" Type="http://schemas.openxmlformats.org/officeDocument/2006/relationships/slideLayout" Target="../slideLayouts/slideLayout25.xml"/>
  <Relationship Id="rId27" Type="http://schemas.openxmlformats.org/officeDocument/2006/relationships/slideLayout" Target="../slideLayouts/slideLayout26.xml"/>
  <Relationship Id="rId28" Type="http://schemas.openxmlformats.org/officeDocument/2006/relationships/slideLayout" Target="../slideLayouts/slideLayout27.xml"/>
  <Relationship Id="rId29" Type="http://schemas.openxmlformats.org/officeDocument/2006/relationships/slideLayout" Target="../slideLayouts/slideLayout28.xml"/>
  <Relationship Id="rId30" Type="http://schemas.openxmlformats.org/officeDocument/2006/relationships/slideLayout" Target="../slideLayouts/slideLayout29.xml"/>
  <Relationship Id="rId31" Type="http://schemas.openxmlformats.org/officeDocument/2006/relationships/slideLayout" Target="../slideLayouts/slideLayout30.xml"/>
  <Relationship Id="rId32" Type="http://schemas.openxmlformats.org/officeDocument/2006/relationships/slideLayout" Target="../slideLayouts/slideLayout31.xml"/>
  <Relationship Id="rId33" Type="http://schemas.openxmlformats.org/officeDocument/2006/relationships/slideLayout" Target="../slideLayouts/slideLayout32.xml"/>
  <Relationship Id="rId34" Type="http://schemas.openxmlformats.org/officeDocument/2006/relationships/slideLayout" Target="../slideLayouts/slideLayout33.xml"/>
  <Relationship Id="rId35" Type="http://schemas.openxmlformats.org/officeDocument/2006/relationships/slideLayout" Target="../slideLayouts/slideLayout34.xml"/>
  <Relationship Id="rId36" Type="http://schemas.openxmlformats.org/officeDocument/2006/relationships/slideLayout" Target="../slideLayouts/slideLayout35.xml"/>
  <Relationship Id="rId37" Type="http://schemas.openxmlformats.org/officeDocument/2006/relationships/slideLayout" Target="../slideLayouts/slideLayout36.xml"/>
  <Relationship Id="rId38" Type="http://schemas.openxmlformats.org/officeDocument/2006/relationships/slideLayout" Target="../slideLayouts/slideLayout37.xml"/>
  <Relationship Id="rId39" Type="http://schemas.openxmlformats.org/officeDocument/2006/relationships/slideLayout" Target="../slideLayouts/slideLayout38.xml"/>
  <Relationship Id="rId40" Type="http://schemas.openxmlformats.org/officeDocument/2006/relationships/slideLayout" Target="../slideLayouts/slideLayout39.xml"/>
  <Relationship Id="rId41" Type="http://schemas.openxmlformats.org/officeDocument/2006/relationships/slideLayout" Target="../slideLayouts/slideLayout40.xml"/>
  <Relationship Id="rId42" Type="http://schemas.openxmlformats.org/officeDocument/2006/relationships/slideLayout" Target="../slideLayouts/slideLayout41.xml"/>
  <Relationship Id="rId43" Type="http://schemas.openxmlformats.org/officeDocument/2006/relationships/slideLayout" Target="../slideLayouts/slideLayout42.xml"/>
  <Relationship Id="rId44" Type="http://schemas.openxmlformats.org/officeDocument/2006/relationships/slideLayout" Target="../slideLayouts/slideLayout43.xml"/>
</Relationships>
</file>

<file path=ppt/slideMasters/slideMaster1.xml><?xml version="1.0" encoding="utf-8"?>
<p:sldMaster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 name="Presenton Executiv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</p:sldLayoutIdLst>
  <p:txStyles>
    <p:titleStyle>
      <a:lvl1pPr algn="ctr" defTabSz="4572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image" Target="../media/image_269e736f41176293.png"/>
  <Relationship Id="rId3" Type="http://schemas.openxmlformats.org/officeDocument/2006/relationships/image" Target="../media/image_771e978a8e212de0.png"/>
  <Relationship Id="rId4" Type="http://schemas.openxmlformats.org/officeDocument/2006/relationships/image" Target="../media/image_269e736f41176293.png"/>
  <Relationship Id="rId5" Type="http://schemas.openxmlformats.org/officeDocument/2006/relationships/image" Target="../media/image_771e978a8e212de0.png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image" Target="../media/image_269e736f41176293.png"/>
  <Relationship Id="rId3" Type="http://schemas.openxmlformats.org/officeDocument/2006/relationships/image" Target="../media/image_771e978a8e212de0.png"/>
  <Relationship Id="rId4" Type="http://schemas.openxmlformats.org/officeDocument/2006/relationships/image" Target="../media/image_269e736f41176293.png"/>
  <Relationship Id="rId5" Type="http://schemas.openxmlformats.org/officeDocument/2006/relationships/image" Target="../media/image_771e978a8e212de0.png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image" Target="../media/image_27ca0c75f9e0b9e1.png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5.xml"/>
  <Relationship Id="rId2" Type="http://schemas.openxmlformats.org/officeDocument/2006/relationships/image" Target="../media/image_269e736f41176293.png"/>
  <Relationship Id="rId3" Type="http://schemas.openxmlformats.org/officeDocument/2006/relationships/image" Target="../media/image_771e978a8e212de0.png"/>
  <Relationship Id="rId4" Type="http://schemas.openxmlformats.org/officeDocument/2006/relationships/image" Target="../media/image_27ca0c75f9e0b9e1.png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6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7.xml"/>
  <Relationship Id="rId2" Type="http://schemas.openxmlformats.org/officeDocument/2006/relationships/image" Target="../media/image_269e736f41176293.png"/>
  <Relationship Id="rId3" Type="http://schemas.openxmlformats.org/officeDocument/2006/relationships/image" Target="../media/image_771e978a8e212de0.png"/>
  <Relationship Id="rId4" Type="http://schemas.openxmlformats.org/officeDocument/2006/relationships/image" Target="../media/image_7f434cc2d0ea881b.svg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8.xml"/>
  <Relationship Id="rId2" Type="http://schemas.openxmlformats.org/officeDocument/2006/relationships/image" Target="../media/image_269e736f41176293.png"/>
  <Relationship Id="rId3" Type="http://schemas.openxmlformats.org/officeDocument/2006/relationships/image" Target="../media/image_771e978a8e212de0.png"/>
  <Relationship Id="rId4" Type="http://schemas.openxmlformats.org/officeDocument/2006/relationships/image" Target="../media/image_269e736f41176293.png"/>
  <Relationship Id="rId5" Type="http://schemas.openxmlformats.org/officeDocument/2006/relationships/image" Target="../media/image_771e978a8e212de0.png"/>
  <Relationship Id="rId6" Type="http://schemas.openxmlformats.org/officeDocument/2006/relationships/image" Target="../media/image_9b8a5384294ce433.svg"/>
  <Relationship Id="rId7" Type="http://schemas.openxmlformats.org/officeDocument/2006/relationships/image" Target="../media/image_0e3e02eed0f869cf.svg"/>
  <Relationship Id="rId8" Type="http://schemas.openxmlformats.org/officeDocument/2006/relationships/image" Target="../media/image_0e3e02eed0f869cf.svg"/>
  <Relationship Id="rId9" Type="http://schemas.openxmlformats.org/officeDocument/2006/relationships/image" Target="../media/image_0e3e02eed0f869cf.svg"/>
  <Relationship Id="rId10" Type="http://schemas.openxmlformats.org/officeDocument/2006/relationships/image" Target="../media/image_0e3e02eed0f869cf.svg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9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0.xml"/>
  <Relationship Id="rId2" Type="http://schemas.openxmlformats.org/officeDocument/2006/relationships/image" Target="../media/image_771e978a8e212de0.png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1.xml"/>
  <Relationship Id="rId2" Type="http://schemas.openxmlformats.org/officeDocument/2006/relationships/image" Target="../media/image_27ca0c75f9e0b9e1.png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2.xml"/>
  <Relationship Id="rId2" Type="http://schemas.openxmlformats.org/officeDocument/2006/relationships/image" Target="../media/image_269e736f41176293.png"/>
  <Relationship Id="rId3" Type="http://schemas.openxmlformats.org/officeDocument/2006/relationships/image" Target="../media/image_771e978a8e212de0.png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3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4.xml"/>
  <Relationship Id="rId2" Type="http://schemas.openxmlformats.org/officeDocument/2006/relationships/image" Target="../media/image_269e736f41176293.png"/>
  <Relationship Id="rId3" Type="http://schemas.openxmlformats.org/officeDocument/2006/relationships/image" Target="../media/image_771e978a8e212de0.png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5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6.xml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7.xml"/>
  <Relationship Id="rId2" Type="http://schemas.openxmlformats.org/officeDocument/2006/relationships/image" Target="../media/image_269e736f41176293.png"/>
  <Relationship Id="rId3" Type="http://schemas.openxmlformats.org/officeDocument/2006/relationships/image" Target="../media/image_771e978a8e212de0.png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8.xml"/>
  <Relationship Id="rId2" Type="http://schemas.openxmlformats.org/officeDocument/2006/relationships/image" Target="../media/image_269e736f41176293.png"/>
  <Relationship Id="rId3" Type="http://schemas.openxmlformats.org/officeDocument/2006/relationships/image" Target="../media/image_771e978a8e212de0.png"/>
</Relationships>
</file>

<file path=ppt/slides/_rels/slide1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9.xml"/>
</Relationships>
</file>

<file path=ppt/slides/_rels/slide1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30.xml"/>
  <Relationship Id="rId2" Type="http://schemas.openxmlformats.org/officeDocument/2006/relationships/image" Target="../media/image_27ca0c75f9e0b9e1.png"/>
</Relationships>
</file>

<file path=ppt/slides/_rels/slide2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31.xml"/>
</Relationships>
</file>

<file path=ppt/slides/_rels/slide2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32.xml"/>
  <Relationship Id="rId2" Type="http://schemas.openxmlformats.org/officeDocument/2006/relationships/image" Target="../media/image_771e978a8e212de0.png"/>
  <Relationship Id="rId3" Type="http://schemas.openxmlformats.org/officeDocument/2006/relationships/image" Target="../media/image_27ca0c75f9e0b9e1.png"/>
</Relationships>
</file>

<file path=ppt/slides/_rels/slide2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33.xml"/>
  <Relationship Id="rId2" Type="http://schemas.openxmlformats.org/officeDocument/2006/relationships/image" Target="../media/image_27ca0c75f9e0b9e1.png"/>
</Relationships>
</file>

<file path=ppt/slides/_rels/slide2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34.xml"/>
  <Relationship Id="rId2" Type="http://schemas.openxmlformats.org/officeDocument/2006/relationships/image" Target="../media/image_27ca0c75f9e0b9e1.png"/>
</Relationships>
</file>

<file path=ppt/slides/_rels/slide2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35.xml"/>
  <Relationship Id="rId2" Type="http://schemas.openxmlformats.org/officeDocument/2006/relationships/image" Target="../media/image_269e736f41176293.png"/>
  <Relationship Id="rId3" Type="http://schemas.openxmlformats.org/officeDocument/2006/relationships/image" Target="../media/image_771e978a8e212de0.png"/>
  <Relationship Id="rId4" Type="http://schemas.openxmlformats.org/officeDocument/2006/relationships/image" Target="../media/image_269e736f41176293.png"/>
  <Relationship Id="rId5" Type="http://schemas.openxmlformats.org/officeDocument/2006/relationships/image" Target="../media/image_771e978a8e212de0.png"/>
</Relationships>
</file>

<file path=ppt/slides/_rels/slide2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36.xml"/>
</Relationships>
</file>

<file path=ppt/slides/_rels/slide2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37.xml"/>
  <Relationship Id="rId2" Type="http://schemas.openxmlformats.org/officeDocument/2006/relationships/image" Target="../media/image_771e978a8e212de0.png"/>
  <Relationship Id="rId3" Type="http://schemas.openxmlformats.org/officeDocument/2006/relationships/image" Target="../media/image_771e978a8e212de0.png"/>
</Relationships>
</file>

<file path=ppt/slides/_rels/slide2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38.xml"/>
  <Relationship Id="rId2" Type="http://schemas.openxmlformats.org/officeDocument/2006/relationships/image" Target="../media/image_771e978a8e212de0.png"/>
  <Relationship Id="rId3" Type="http://schemas.openxmlformats.org/officeDocument/2006/relationships/image" Target="../media/image_771e978a8e212de0.png"/>
  <Relationship Id="rId4" Type="http://schemas.openxmlformats.org/officeDocument/2006/relationships/image" Target="../media/image_27ca0c75f9e0b9e1.png"/>
</Relationships>
</file>

<file path=ppt/slides/_rels/slide2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39.xml"/>
  <Relationship Id="rId2" Type="http://schemas.openxmlformats.org/officeDocument/2006/relationships/image" Target="../media/image_771e978a8e212de0.png"/>
</Relationships>
</file>

<file path=ppt/slides/_rels/slide2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40.xml"/>
  <Relationship Id="rId2" Type="http://schemas.openxmlformats.org/officeDocument/2006/relationships/image" Target="../media/image_7f434cc2d0ea881b.svg"/>
</Relationships>
</file>

<file path=ppt/slides/_rels/slide3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41.xml"/>
  <Relationship Id="rId2" Type="http://schemas.openxmlformats.org/officeDocument/2006/relationships/image" Target="../media/image_269e736f41176293.png"/>
  <Relationship Id="rId3" Type="http://schemas.openxmlformats.org/officeDocument/2006/relationships/image" Target="../media/image_771e978a8e212de0.png"/>
  <Relationship Id="rId4" Type="http://schemas.openxmlformats.org/officeDocument/2006/relationships/image" Target="../media/image_269e736f41176293.png"/>
  <Relationship Id="rId5" Type="http://schemas.openxmlformats.org/officeDocument/2006/relationships/image" Target="../media/image_771e978a8e212de0.png"/>
</Relationships>
</file>

<file path=ppt/slides/_rels/slide3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42.xml"/>
  <Relationship Id="rId2" Type="http://schemas.openxmlformats.org/officeDocument/2006/relationships/image" Target="../media/image_269e736f41176293.png"/>
  <Relationship Id="rId3" Type="http://schemas.openxmlformats.org/officeDocument/2006/relationships/image" Target="../media/image_771e978a8e212de0.png"/>
  <Relationship Id="rId4" Type="http://schemas.openxmlformats.org/officeDocument/2006/relationships/image" Target="../media/image_269e736f41176293.png"/>
  <Relationship Id="rId5" Type="http://schemas.openxmlformats.org/officeDocument/2006/relationships/image" Target="../media/image_771e978a8e212de0.png"/>
  <Relationship Id="rId6" Type="http://schemas.openxmlformats.org/officeDocument/2006/relationships/image" Target="../media/image_23cec99d1780b64b.png"/>
  <Relationship Id="rId7" Type="http://schemas.openxmlformats.org/officeDocument/2006/relationships/image" Target="../media/image_b8ca4072f882454d.svg"/>
  <Relationship Id="rId8" Type="http://schemas.openxmlformats.org/officeDocument/2006/relationships/image" Target="../media/image_b8ca4072f882454d.svg"/>
  <Relationship Id="rId9" Type="http://schemas.openxmlformats.org/officeDocument/2006/relationships/image" Target="../media/image_b8ca4072f882454d.svg"/>
  <Relationship Id="rId10" Type="http://schemas.openxmlformats.org/officeDocument/2006/relationships/image" Target="../media/image_b8ca4072f882454d.svg"/>
</Relationships>
</file>

<file path=ppt/slides/_rels/slide3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43.xml"/>
  <Relationship Id="rId2" Type="http://schemas.openxmlformats.org/officeDocument/2006/relationships/image" Target="../media/image_269e736f41176293.png"/>
  <Relationship Id="rId3" Type="http://schemas.openxmlformats.org/officeDocument/2006/relationships/image" Target="../media/image_771e978a8e212de0.png"/>
  <Relationship Id="rId4" Type="http://schemas.openxmlformats.org/officeDocument/2006/relationships/image" Target="../media/image_27ca0c75f9e0b9e1.png"/>
</Relationships>
</file>

<file path=ppt/slides/slide1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rcRect l="0" t="31682" r="0" b="31682"/>
          <a:stretch>
            <a:fillRect/>
          </a:stretch>
        </p:blipFill>
        <p:spPr>
          <a:xfrm>
            <a:off x="0" y="3377470"/>
            <a:ext cx="9692354" cy="3480530"/>
          </a:xfrm>
          <a:prstGeom prst="rect">
            <a:avLst/>
          </a:prstGeom>
        </p:spPr>
      </p:pic>
      <p:pic>
        <p:nvPicPr>
          <p:cNvPr id="4" name="Image 4"/>
          <p:cNvPicPr>
            <a:picLocks noChangeAspect="1"/>
          </p:cNvPicPr>
          <p:nvPr/>
        </p:nvPicPr>
        <p:blipFill>
          <a:blip r:embed="rId3"/>
          <a:srcRect l="0" t="29516" r="0" b="29515"/>
          <a:stretch>
            <a:fillRect/>
          </a:stretch>
        </p:blipFill>
        <p:spPr>
          <a:xfrm>
            <a:off x="0" y="2965799"/>
            <a:ext cx="9692354" cy="3892201"/>
          </a:xfrm>
          <a:prstGeom prst="rect">
            <a:avLst/>
          </a:prstGeom>
        </p:spPr>
      </p:pic>
      <p:pic>
        <p:nvPicPr>
          <p:cNvPr id="5" name="Image 5"/>
          <p:cNvPicPr>
            <a:picLocks noChangeAspect="1"/>
          </p:cNvPicPr>
          <p:nvPr/>
        </p:nvPicPr>
        <p:blipFill>
          <a:blip r:embed="rId4"/>
          <a:srcRect l="6308" t="0" r="6309" b="0"/>
          <a:stretch>
            <a:fillRect/>
          </a:stretch>
        </p:blipFill>
        <p:spPr>
          <a:xfrm>
            <a:off x="6078188" y="0"/>
            <a:ext cx="6113812" cy="6858000"/>
          </a:xfrm>
          <a:prstGeom prst="rect">
            <a:avLst/>
          </a:prstGeom>
        </p:spPr>
      </p:pic>
      <p:pic>
        <p:nvPicPr>
          <p:cNvPr id="6" name="Image 6"/>
          <p:cNvPicPr>
            <a:picLocks noChangeAspect="1"/>
          </p:cNvPicPr>
          <p:nvPr/>
        </p:nvPicPr>
        <p:blipFill>
          <a:blip r:embed="rId5"/>
          <a:srcRect l="2532" t="0" r="2532" b="0"/>
          <a:stretch>
            <a:fillRect/>
          </a:stretch>
        </p:blipFill>
        <p:spPr>
          <a:xfrm>
            <a:off x="5549741" y="0"/>
            <a:ext cx="6642259" cy="6858000"/>
          </a:xfrm>
          <a:prstGeom prst="rect">
            <a:avLst/>
          </a:prstGeom>
        </p:spPr>
      </p:pic>
      <p:sp>
        <p:nvSpPr>
          <p:cNvPr id="7" name="presenton-main_headline-slot-5 Placeholder Carrier"/>
          <p:cNvSpPr txBox="1"/>
          <p:nvPr>
            <p:ph type="title" idx="5"/>
          </p:nvPr>
        </p:nvSpPr>
        <p:spPr>
          <a:xfrm>
            <a:off x="3269132" y="2223330"/>
            <a:ext cx="5653735" cy="15430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80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8" name="presenton-supporting_tagline-slot-6 Placeholder Carrier"/>
          <p:cNvSpPr txBox="1"/>
          <p:nvPr>
            <p:ph type="body" idx="6"/>
          </p:nvPr>
        </p:nvSpPr>
        <p:spPr>
          <a:xfrm>
            <a:off x="5468539" y="4273963"/>
            <a:ext cx="125492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9" name="presenton-presenter_label-slot-7 Placeholder Carrier"/>
          <p:cNvSpPr txBox="1"/>
          <p:nvPr>
            <p:ph type="body" idx="7"/>
          </p:nvPr>
        </p:nvSpPr>
        <p:spPr>
          <a:xfrm>
            <a:off x="564082" y="6016400"/>
            <a:ext cx="710941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0" name="presenton-presenter_name-slot-8 Placeholder Carrier"/>
          <p:cNvSpPr txBox="1"/>
          <p:nvPr>
            <p:ph type="body" idx="8"/>
          </p:nvPr>
        </p:nvSpPr>
        <p:spPr>
          <a:xfrm>
            <a:off x="562726" y="6218653"/>
            <a:ext cx="927284" cy="2608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33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1" name="presenton-date_label-slot-9 Placeholder Carrier"/>
          <p:cNvSpPr txBox="1"/>
          <p:nvPr>
            <p:ph type="body" idx="9"/>
          </p:nvPr>
        </p:nvSpPr>
        <p:spPr>
          <a:xfrm>
            <a:off x="10798733" y="6021667"/>
            <a:ext cx="618028" cy="182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2" name="presenton-date_value-slot-10 Placeholder Carrier"/>
          <p:cNvSpPr txBox="1"/>
          <p:nvPr>
            <p:ph type="body" idx="10"/>
          </p:nvPr>
        </p:nvSpPr>
        <p:spPr>
          <a:xfrm>
            <a:off x="10671469" y="6241952"/>
            <a:ext cx="745946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-US" sz="107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2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rcRect l="0" t="27898" r="0" b="27898"/>
          <a:stretch>
            <a:fillRect/>
          </a:stretch>
        </p:blipFill>
        <p:spPr>
          <a:xfrm>
            <a:off x="4593336" y="3565588"/>
            <a:ext cx="7598664" cy="3292412"/>
          </a:xfrm>
          <a:prstGeom prst="rect">
            <a:avLst/>
          </a:prstGeom>
        </p:spPr>
      </p:pic>
      <p:pic>
        <p:nvPicPr>
          <p:cNvPr id="4" name="Image 4"/>
          <p:cNvPicPr>
            <a:picLocks noChangeAspect="1"/>
          </p:cNvPicPr>
          <p:nvPr/>
        </p:nvPicPr>
        <p:blipFill>
          <a:blip r:embed="rId3"/>
          <a:srcRect l="0" t="26751" r="0" b="26751"/>
          <a:stretch>
            <a:fillRect/>
          </a:stretch>
        </p:blipFill>
        <p:spPr>
          <a:xfrm>
            <a:off x="4064889" y="3153918"/>
            <a:ext cx="8127111" cy="3704082"/>
          </a:xfrm>
          <a:prstGeom prst="rect">
            <a:avLst/>
          </a:prstGeom>
        </p:spPr>
      </p:pic>
      <p:pic>
        <p:nvPicPr>
          <p:cNvPr id="5" name="Image 5"/>
          <p:cNvPicPr>
            <a:picLocks noChangeAspect="1"/>
          </p:cNvPicPr>
          <p:nvPr/>
        </p:nvPicPr>
        <p:blipFill>
          <a:blip r:embed="rId4"/>
          <a:srcRect l="0" t="13906" r="0" b="13907"/>
          <a:stretch>
            <a:fillRect/>
          </a:stretch>
        </p:blipFill>
        <p:spPr>
          <a:xfrm>
            <a:off x="0" y="0"/>
            <a:ext cx="9692354" cy="6858000"/>
          </a:xfrm>
          <a:prstGeom prst="rect">
            <a:avLst/>
          </a:prstGeom>
        </p:spPr>
      </p:pic>
      <p:pic>
        <p:nvPicPr>
          <p:cNvPr id="6" name="Image 6"/>
          <p:cNvPicPr>
            <a:picLocks noChangeAspect="1"/>
          </p:cNvPicPr>
          <p:nvPr/>
        </p:nvPicPr>
        <p:blipFill>
          <a:blip r:embed="rId5"/>
          <a:srcRect l="0" t="13906" r="0" b="13907"/>
          <a:stretch>
            <a:fillRect/>
          </a:stretch>
        </p:blipFill>
        <p:spPr>
          <a:xfrm>
            <a:off x="0" y="0"/>
            <a:ext cx="9692354" cy="6858000"/>
          </a:xfrm>
          <a:prstGeom prst="rect">
            <a:avLst/>
          </a:prstGeom>
        </p:spPr>
      </p:pic>
      <p:sp>
        <p:nvSpPr>
          <p:cNvPr id="7" name="presenton-section_title-slot-5 Placeholder Carrier"/>
          <p:cNvSpPr txBox="1"/>
          <p:nvPr>
            <p:ph type="title" idx="5"/>
          </p:nvPr>
        </p:nvSpPr>
        <p:spPr>
          <a:xfrm>
            <a:off x="488918" y="444503"/>
            <a:ext cx="4938410" cy="14160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33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8" name="presenton-list_item-slot-6 Placeholder Carrier"/>
          <p:cNvSpPr txBox="1"/>
          <p:nvPr>
            <p:ph type="body" idx="6"/>
          </p:nvPr>
        </p:nvSpPr>
        <p:spPr>
          <a:xfrm>
            <a:off x="499842" y="1815270"/>
            <a:ext cx="1115484" cy="312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99325" y="6262716"/>
            <a:ext cx="348284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7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</a:rPr>
              <a:t>Page</a:t>
            </a:r>
          </a:p>
        </p:txBody>
      </p:sp>
      <p:sp>
        <p:nvSpPr>
          <p:cNvPr id="10" name="presenton-footer_page_value-slot-8 Placeholder Carrier"/>
          <p:cNvSpPr txBox="1"/>
          <p:nvPr>
            <p:ph type="body" idx="8"/>
          </p:nvPr>
        </p:nvSpPr>
        <p:spPr>
          <a:xfrm>
            <a:off x="11036992" y="6262716"/>
            <a:ext cx="710941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3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ygon 3"/>
          <p:cNvSpPr/>
          <p:nvPr/>
        </p:nvSpPr>
        <p:spPr>
          <a:xfrm>
            <a:off x="5638800" y="0"/>
            <a:ext cx="6553200" cy="6858000"/>
          </a:xfrm>
          <a:custGeom>
            <a:avLst/>
            <a:gdLst/>
            <a:ahLst/>
            <a:cxnLst/>
            <a:rect l="l" t="t" r="r" b="b"/>
            <a:pathLst>
              <a:path w="6553200" h="6858000">
                <a:moveTo>
                  <a:pt x="0" y="0"/>
                </a:moveTo>
                <a:lnTo>
                  <a:pt x="6553200" y="0"/>
                </a:lnTo>
                <a:lnTo>
                  <a:pt x="6553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7F5F9"/>
          </a:solidFill>
          <a:ln w="0">
            <a:solidFill>
              <a:srgbClr val="F7F5F9">
                <a:alpha val="0"/>
              </a:srgbClr>
            </a:solidFill>
          </a:ln>
        </p:spPr>
      </p:sp>
      <p:sp>
        <p:nvSpPr>
          <p:cNvPr id="4" name="Polygon 4"/>
          <p:cNvSpPr/>
          <p:nvPr/>
        </p:nvSpPr>
        <p:spPr>
          <a:xfrm>
            <a:off x="0" y="0"/>
            <a:ext cx="495300" cy="6858000"/>
          </a:xfrm>
          <a:custGeom>
            <a:avLst/>
            <a:gdLst/>
            <a:ahLst/>
            <a:cxnLst/>
            <a:rect l="l" t="t" r="r" b="b"/>
            <a:pathLst>
              <a:path w="495300" h="6858000">
                <a:moveTo>
                  <a:pt x="0" y="0"/>
                </a:moveTo>
                <a:lnTo>
                  <a:pt x="495300" y="0"/>
                </a:lnTo>
                <a:lnTo>
                  <a:pt x="4953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8F5FF">
              <a:alpha val="65000"/>
            </a:srgbClr>
          </a:solidFill>
          <a:ln w="0">
            <a:solidFill>
              <a:srgbClr val="F8F5FF">
                <a:alpha val="0"/>
              </a:srgbClr>
            </a:solidFill>
          </a:ln>
        </p:spPr>
      </p:sp>
      <p:sp>
        <p:nvSpPr>
          <p:cNvPr id="5" name="presenton-headline_text-slot-1 Placeholder Carrier"/>
          <p:cNvSpPr txBox="1"/>
          <p:nvPr>
            <p:ph type="title" idx="1"/>
          </p:nvPr>
        </p:nvSpPr>
        <p:spPr>
          <a:xfrm>
            <a:off x="488918" y="607028"/>
            <a:ext cx="2986308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2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6" name="presenton-supporting_paragraph-slot-2 Placeholder Carrier"/>
          <p:cNvSpPr txBox="1"/>
          <p:nvPr>
            <p:ph type="body" idx="2"/>
          </p:nvPr>
        </p:nvSpPr>
        <p:spPr>
          <a:xfrm>
            <a:off x="501194" y="5483990"/>
            <a:ext cx="883773" cy="2608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3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pic>
        <p:nvPicPr>
          <p:cNvPr id="7" name="presenton-image-slot-9 Placeholder Carrier"/>
          <p:cNvPicPr>
            <a:picLocks noChangeAspect="1"/>
          </p:cNvPicPr>
          <p:nvPr>
            <p:ph type="pic" idx="3"/>
          </p:nvPr>
        </p:nvPicPr>
        <p:blipFill>
          <a:blip r:embed="rId2"/>
          <a:srcRect l="16511" t="0" r="16511" b="0"/>
          <a:stretch>
            <a:fillRect/>
          </a:stretch>
        </p:blipFill>
        <p:spPr>
          <a:xfrm>
            <a:off x="6315742" y="444532"/>
            <a:ext cx="5190458" cy="5812155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1099325" y="6262716"/>
            <a:ext cx="348284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70" b="1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Page</a:t>
            </a:r>
          </a:p>
        </p:txBody>
      </p:sp>
      <p:sp>
        <p:nvSpPr>
          <p:cNvPr id="9" name="presenton-footer_value-slot-5 Placeholder Carrier"/>
          <p:cNvSpPr txBox="1"/>
          <p:nvPr>
            <p:ph type="body" idx="5"/>
          </p:nvPr>
        </p:nvSpPr>
        <p:spPr>
          <a:xfrm>
            <a:off x="10978604" y="6262716"/>
            <a:ext cx="710941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4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rcRect l="0" t="13906" r="0" b="13907"/>
          <a:stretch>
            <a:fillRect/>
          </a:stretch>
        </p:blipFill>
        <p:spPr>
          <a:xfrm>
            <a:off x="0" y="0"/>
            <a:ext cx="9692354" cy="6858000"/>
          </a:xfrm>
          <a:prstGeom prst="rect">
            <a:avLst/>
          </a:prstGeom>
        </p:spPr>
      </p:pic>
      <p:pic>
        <p:nvPicPr>
          <p:cNvPr id="4" name="Image 4"/>
          <p:cNvPicPr>
            <a:picLocks noChangeAspect="1"/>
          </p:cNvPicPr>
          <p:nvPr/>
        </p:nvPicPr>
        <p:blipFill>
          <a:blip r:embed="rId3"/>
          <a:srcRect l="0" t="13906" r="0" b="13907"/>
          <a:stretch>
            <a:fillRect/>
          </a:stretch>
        </p:blipFill>
        <p:spPr>
          <a:xfrm>
            <a:off x="0" y="0"/>
            <a:ext cx="9692354" cy="6858000"/>
          </a:xfrm>
          <a:prstGeom prst="rect">
            <a:avLst/>
          </a:prstGeom>
        </p:spPr>
      </p:pic>
      <p:sp>
        <p:nvSpPr>
          <p:cNvPr id="5" name="presenton-headline_text-slot-3 Placeholder Carrier"/>
          <p:cNvSpPr txBox="1"/>
          <p:nvPr>
            <p:ph type="title" idx="3"/>
          </p:nvPr>
        </p:nvSpPr>
        <p:spPr>
          <a:xfrm>
            <a:off x="488918" y="581677"/>
            <a:ext cx="2986308" cy="8190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2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6" name="presenton-body_paragraph-slot-4 Placeholder Carrier"/>
          <p:cNvSpPr txBox="1"/>
          <p:nvPr>
            <p:ph type="body" idx="4"/>
          </p:nvPr>
        </p:nvSpPr>
        <p:spPr>
          <a:xfrm>
            <a:off x="501194" y="3949894"/>
            <a:ext cx="883773" cy="2608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3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7" name="presenton-body_paragraph-slot-5 Placeholder Carrier"/>
          <p:cNvSpPr txBox="1"/>
          <p:nvPr>
            <p:ph type="body" idx="5"/>
          </p:nvPr>
        </p:nvSpPr>
        <p:spPr>
          <a:xfrm>
            <a:off x="501194" y="5214909"/>
            <a:ext cx="883773" cy="2608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3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8" name="Rectangle 8"/>
          <p:cNvSpPr/>
          <p:nvPr/>
        </p:nvSpPr>
        <p:spPr>
          <a:xfrm>
            <a:off x="6315742" y="444532"/>
            <a:ext cx="5190458" cy="5812155"/>
          </a:xfrm>
          <a:prstGeom prst="roundRect">
            <a:avLst>
              <a:gd name="adj" fmla="val 4527"/>
            </a:avLst>
          </a:prstGeom>
          <a:noFill/>
          <a:ln>
            <a:noFill/>
          </a:ln>
        </p:spPr>
      </p:sp>
      <p:pic>
        <p:nvPicPr>
          <p:cNvPr id="9" name="presenton-image-slot-12 Placeholder Carrier"/>
          <p:cNvPicPr>
            <a:picLocks noChangeAspect="1"/>
          </p:cNvPicPr>
          <p:nvPr>
            <p:ph type="pic" idx="6"/>
          </p:nvPr>
        </p:nvPicPr>
        <p:blipFill>
          <a:blip r:embed="rId4"/>
          <a:srcRect l="16511" t="0" r="16511" b="0"/>
          <a:stretch>
            <a:fillRect/>
          </a:stretch>
        </p:blipFill>
        <p:spPr>
          <a:xfrm>
            <a:off x="6315742" y="444532"/>
            <a:ext cx="5190458" cy="5812155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1099325" y="6262716"/>
            <a:ext cx="348284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7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</a:rPr>
              <a:t>Page</a:t>
            </a:r>
          </a:p>
        </p:txBody>
      </p:sp>
      <p:sp>
        <p:nvSpPr>
          <p:cNvPr id="11" name="presenton-footer_value-slot-8 Placeholder Carrier"/>
          <p:cNvSpPr txBox="1"/>
          <p:nvPr>
            <p:ph type="body" idx="8"/>
          </p:nvPr>
        </p:nvSpPr>
        <p:spPr>
          <a:xfrm>
            <a:off x="11036992" y="6262716"/>
            <a:ext cx="710941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5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esenton-headline_text-slot-1 Placeholder Carrier"/>
          <p:cNvSpPr txBox="1"/>
          <p:nvPr>
            <p:ph type="title" idx="1"/>
          </p:nvPr>
        </p:nvSpPr>
        <p:spPr>
          <a:xfrm>
            <a:off x="485775" y="575310"/>
            <a:ext cx="2845918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2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4" name="presenton-subtitle_text-slot-2 Placeholder Carrier"/>
          <p:cNvSpPr txBox="1"/>
          <p:nvPr>
            <p:ph type="title" idx="2"/>
          </p:nvPr>
        </p:nvSpPr>
        <p:spPr>
          <a:xfrm>
            <a:off x="498043" y="1149382"/>
            <a:ext cx="954182" cy="2610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4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5" name="Rectangle 5"/>
          <p:cNvSpPr/>
          <p:nvPr/>
        </p:nvSpPr>
        <p:spPr>
          <a:xfrm>
            <a:off x="514350" y="2124075"/>
            <a:ext cx="2600325" cy="4733925"/>
          </a:xfrm>
          <a:prstGeom prst="roundRect">
            <a:avLst>
              <a:gd name="adj" fmla="val 3663"/>
            </a:avLst>
          </a:prstGeom>
          <a:solidFill>
            <a:srgbClr val="F8F7FB"/>
          </a:solidFill>
          <a:ln>
            <a:noFill/>
          </a:ln>
        </p:spPr>
      </p:sp>
      <p:sp>
        <p:nvSpPr>
          <p:cNvPr id="6" name="presenton-card_index-slot-3 Placeholder Carrier"/>
          <p:cNvSpPr txBox="1"/>
          <p:nvPr>
            <p:ph type="body" idx="3"/>
          </p:nvPr>
        </p:nvSpPr>
        <p:spPr>
          <a:xfrm>
            <a:off x="234934" y="2962323"/>
            <a:ext cx="3473196" cy="97202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50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7" name="presenton-card_heading-slot-4 Placeholder Carrier"/>
          <p:cNvSpPr txBox="1"/>
          <p:nvPr>
            <p:ph type="title" idx="4"/>
          </p:nvPr>
        </p:nvSpPr>
        <p:spPr>
          <a:xfrm>
            <a:off x="1244834" y="4669107"/>
            <a:ext cx="1139358" cy="3124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8" name="presenton-card_body-slot-5 Placeholder Carrier"/>
          <p:cNvSpPr txBox="1"/>
          <p:nvPr>
            <p:ph type="body" idx="5"/>
          </p:nvPr>
        </p:nvSpPr>
        <p:spPr>
          <a:xfrm>
            <a:off x="1510261" y="4999292"/>
            <a:ext cx="618028" cy="1819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975995" y="6249638"/>
            <a:ext cx="345116" cy="20829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6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</a:rPr>
              <a:t>Page</a:t>
            </a:r>
          </a:p>
        </p:txBody>
      </p:sp>
      <p:sp>
        <p:nvSpPr>
          <p:cNvPr id="10" name="presenton-footer_value-slot-7 Placeholder Carrier"/>
          <p:cNvSpPr txBox="1"/>
          <p:nvPr>
            <p:ph type="body" idx="7"/>
          </p:nvPr>
        </p:nvSpPr>
        <p:spPr>
          <a:xfrm>
            <a:off x="10854853" y="6249638"/>
            <a:ext cx="704383" cy="20829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-US" sz="106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6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/>
          <p:nvPr/>
        </p:nvSpPr>
        <p:spPr>
          <a:xfrm>
            <a:off x="-6971252" y="-2359438"/>
            <a:ext cx="10220801" cy="9910191"/>
          </a:xfrm>
          <a:prstGeom prst="rect">
            <a:avLst/>
          </a:prstGeom>
          <a:noFill/>
          <a:ln>
            <a:noFill/>
          </a:ln>
        </p:spPr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rcRect l="0" t="13906" r="0" b="13907"/>
          <a:stretch>
            <a:fillRect/>
          </a:stretch>
        </p:blipFill>
        <p:spPr>
          <a:xfrm>
            <a:off x="0" y="0"/>
            <a:ext cx="9692354" cy="6858000"/>
          </a:xfrm>
          <a:prstGeom prst="rect">
            <a:avLst/>
          </a:prstGeom>
        </p:spPr>
      </p:pic>
      <p:pic>
        <p:nvPicPr>
          <p:cNvPr id="5" name="Image 5"/>
          <p:cNvPicPr>
            <a:picLocks noChangeAspect="1"/>
          </p:cNvPicPr>
          <p:nvPr/>
        </p:nvPicPr>
        <p:blipFill>
          <a:blip r:embed="rId3"/>
          <a:srcRect l="0" t="13906" r="0" b="13907"/>
          <a:stretch>
            <a:fillRect/>
          </a:stretch>
        </p:blipFill>
        <p:spPr>
          <a:xfrm>
            <a:off x="0" y="0"/>
            <a:ext cx="9692354" cy="6858000"/>
          </a:xfrm>
          <a:prstGeom prst="rect">
            <a:avLst/>
          </a:prstGeom>
        </p:spPr>
      </p:pic>
      <p:sp>
        <p:nvSpPr>
          <p:cNvPr id="6" name="presenton-intro_headline-slot-3 Placeholder Carrier"/>
          <p:cNvSpPr txBox="1"/>
          <p:nvPr>
            <p:ph type="title" idx="3"/>
          </p:nvPr>
        </p:nvSpPr>
        <p:spPr>
          <a:xfrm>
            <a:off x="488918" y="581677"/>
            <a:ext cx="2986308" cy="8190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2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7" name="presenton-intro_description-slot-4 Placeholder Carrier"/>
          <p:cNvSpPr txBox="1"/>
          <p:nvPr>
            <p:ph type="body" idx="4"/>
          </p:nvPr>
        </p:nvSpPr>
        <p:spPr>
          <a:xfrm>
            <a:off x="501194" y="1924688"/>
            <a:ext cx="927284" cy="2608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33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8" name="Rectangle 8"/>
          <p:cNvSpPr/>
          <p:nvPr/>
        </p:nvSpPr>
        <p:spPr>
          <a:xfrm>
            <a:off x="6096000" y="447675"/>
            <a:ext cx="5459254" cy="1744980"/>
          </a:xfrm>
          <a:prstGeom prst="roundRect">
            <a:avLst>
              <a:gd name="adj" fmla="val 19651"/>
            </a:avLst>
          </a:prstGeom>
          <a:solidFill>
            <a:srgbClr val="F7F6FB"/>
          </a:solidFill>
          <a:ln>
            <a:noFill/>
          </a:ln>
        </p:spPr>
      </p:sp>
      <p:pic>
        <p:nvPicPr>
          <p:cNvPr id="9" name="presenton-image-slot-15 Placeholder Carrier"/>
          <p:cNvPicPr>
            <a:picLocks noChangeAspect="1"/>
          </p:cNvPicPr>
          <p:nvPr>
            <p:ph type="pic" idx="5"/>
          </p:nvPr>
        </p:nvPicPr>
        <p:blipFill>
          <a:blip r:embed="rId4"/>
          <a:srcRect l="1675" t="0" r="1675" b="0"/>
          <a:stretch>
            <a:fillRect/>
          </a:stretch>
        </p:blipFill>
        <p:spPr>
          <a:xfrm>
            <a:off x="6419850" y="723900"/>
            <a:ext cx="217075" cy="224599"/>
          </a:xfrm>
          <a:prstGeom prst="rect">
            <a:avLst/>
          </a:prstGeom>
        </p:spPr>
      </p:pic>
      <p:sp>
        <p:nvSpPr>
          <p:cNvPr id="10" name="presenton-card_heading-slot-6 Placeholder Carrier"/>
          <p:cNvSpPr txBox="1"/>
          <p:nvPr>
            <p:ph type="title" idx="6"/>
          </p:nvPr>
        </p:nvSpPr>
        <p:spPr>
          <a:xfrm>
            <a:off x="6411723" y="1192525"/>
            <a:ext cx="1139381" cy="312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11" name="presenton-card_body-slot-7 Placeholder Carrier"/>
          <p:cNvSpPr txBox="1"/>
          <p:nvPr>
            <p:ph type="body" idx="7"/>
          </p:nvPr>
        </p:nvSpPr>
        <p:spPr>
          <a:xfrm>
            <a:off x="6415088" y="1575111"/>
            <a:ext cx="618028" cy="182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970547" y="6258335"/>
            <a:ext cx="348284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7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</a:rPr>
              <a:t>Page</a:t>
            </a:r>
          </a:p>
        </p:txBody>
      </p:sp>
      <p:sp>
        <p:nvSpPr>
          <p:cNvPr id="13" name="presenton-footer_number-slot-9 Placeholder Carrier"/>
          <p:cNvSpPr txBox="1"/>
          <p:nvPr>
            <p:ph type="body" idx="9"/>
          </p:nvPr>
        </p:nvSpPr>
        <p:spPr>
          <a:xfrm>
            <a:off x="10849731" y="6258335"/>
            <a:ext cx="710941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7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/>
          <p:nvPr/>
        </p:nvSpPr>
        <p:spPr>
          <a:xfrm>
            <a:off x="-7041928" y="-6566726"/>
            <a:ext cx="10220801" cy="9910191"/>
          </a:xfrm>
          <a:prstGeom prst="rect">
            <a:avLst/>
          </a:prstGeom>
          <a:noFill/>
          <a:ln>
            <a:noFill/>
          </a:ln>
        </p:spPr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rcRect l="0" t="13906" r="0" b="13907"/>
          <a:stretch>
            <a:fillRect/>
          </a:stretch>
        </p:blipFill>
        <p:spPr>
          <a:xfrm>
            <a:off x="0" y="0"/>
            <a:ext cx="9692354" cy="6858000"/>
          </a:xfrm>
          <a:prstGeom prst="rect">
            <a:avLst/>
          </a:prstGeom>
        </p:spPr>
      </p:pic>
      <p:pic>
        <p:nvPicPr>
          <p:cNvPr id="5" name="Image 5"/>
          <p:cNvPicPr>
            <a:picLocks noChangeAspect="1"/>
          </p:cNvPicPr>
          <p:nvPr/>
        </p:nvPicPr>
        <p:blipFill>
          <a:blip r:embed="rId3"/>
          <a:srcRect l="0" t="13906" r="0" b="13907"/>
          <a:stretch>
            <a:fillRect/>
          </a:stretch>
        </p:blipFill>
        <p:spPr>
          <a:xfrm>
            <a:off x="0" y="0"/>
            <a:ext cx="9692354" cy="6858000"/>
          </a:xfrm>
          <a:prstGeom prst="rect">
            <a:avLst/>
          </a:prstGeom>
        </p:spPr>
      </p:pic>
      <p:sp>
        <p:nvSpPr>
          <p:cNvPr id="6" name="Rectangle 6"/>
          <p:cNvSpPr/>
          <p:nvPr/>
        </p:nvSpPr>
        <p:spPr>
          <a:xfrm>
            <a:off x="7721632" y="6327458"/>
            <a:ext cx="10220801" cy="9910191"/>
          </a:xfrm>
          <a:prstGeom prst="rect">
            <a:avLst/>
          </a:prstGeom>
          <a:noFill/>
          <a:ln>
            <a:noFill/>
          </a:ln>
        </p:spPr>
      </p:sp>
      <p:pic>
        <p:nvPicPr>
          <p:cNvPr id="7" name="Image 7"/>
          <p:cNvPicPr>
            <a:picLocks noChangeAspect="1"/>
          </p:cNvPicPr>
          <p:nvPr/>
        </p:nvPicPr>
        <p:blipFill>
          <a:blip r:embed="rId4"/>
          <a:srcRect l="0" t="48462" r="0" b="48461"/>
          <a:stretch>
            <a:fillRect/>
          </a:stretch>
        </p:blipFill>
        <p:spPr>
          <a:xfrm>
            <a:off x="8250079" y="6739128"/>
            <a:ext cx="3941921" cy="118872"/>
          </a:xfrm>
          <a:prstGeom prst="rect">
            <a:avLst/>
          </a:prstGeom>
        </p:spPr>
      </p:pic>
      <p:pic>
        <p:nvPicPr>
          <p:cNvPr id="8" name="Image 8"/>
          <p:cNvPicPr>
            <a:picLocks noChangeAspect="1"/>
          </p:cNvPicPr>
          <p:nvPr/>
        </p:nvPicPr>
        <p:blipFill>
          <a:blip r:embed="rId5"/>
          <a:srcRect l="0" t="43946" r="0" b="43946"/>
          <a:stretch>
            <a:fillRect/>
          </a:stretch>
        </p:blipFill>
        <p:spPr>
          <a:xfrm>
            <a:off x="7721632" y="6327458"/>
            <a:ext cx="4470368" cy="530542"/>
          </a:xfrm>
          <a:prstGeom prst="rect">
            <a:avLst/>
          </a:prstGeom>
        </p:spPr>
      </p:pic>
      <p:sp>
        <p:nvSpPr>
          <p:cNvPr id="9" name="presenton-main_heading-slot-5 Placeholder Carrier"/>
          <p:cNvSpPr txBox="1"/>
          <p:nvPr>
            <p:ph type="title" idx="5"/>
          </p:nvPr>
        </p:nvSpPr>
        <p:spPr>
          <a:xfrm>
            <a:off x="4708139" y="575977"/>
            <a:ext cx="2775722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39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10" name="presenton-supporting_subtitle-slot-6 Placeholder Carrier"/>
          <p:cNvSpPr txBox="1"/>
          <p:nvPr>
            <p:ph type="title" idx="6"/>
          </p:nvPr>
        </p:nvSpPr>
        <p:spPr>
          <a:xfrm>
            <a:off x="5622379" y="1781242"/>
            <a:ext cx="947148" cy="2608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3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pic>
        <p:nvPicPr>
          <p:cNvPr id="11" name="Imag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6204" y="3114294"/>
            <a:ext cx="8915400" cy="1211961"/>
          </a:xfrm>
          <a:prstGeom prst="rect">
            <a:avLst/>
          </a:prstGeom>
        </p:spPr>
      </p:pic>
      <p:pic>
        <p:nvPicPr>
          <p:cNvPr id="12" name="Imag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91108" y="2958751"/>
            <a:ext cx="303848" cy="304800"/>
          </a:xfrm>
          <a:prstGeom prst="rect">
            <a:avLst/>
          </a:prstGeom>
        </p:spPr>
      </p:pic>
      <p:pic>
        <p:nvPicPr>
          <p:cNvPr id="13" name="Imag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97044" y="2903029"/>
            <a:ext cx="303848" cy="304800"/>
          </a:xfrm>
          <a:prstGeom prst="rect">
            <a:avLst/>
          </a:prstGeom>
        </p:spPr>
      </p:pic>
      <p:pic>
        <p:nvPicPr>
          <p:cNvPr id="14" name="Imag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18991" y="4028789"/>
            <a:ext cx="303848" cy="304800"/>
          </a:xfrm>
          <a:prstGeom prst="rect">
            <a:avLst/>
          </a:prstGeom>
        </p:spPr>
      </p:pic>
      <p:pic>
        <p:nvPicPr>
          <p:cNvPr id="15" name="Imag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54608" y="4028789"/>
            <a:ext cx="303848" cy="304800"/>
          </a:xfrm>
          <a:prstGeom prst="rect">
            <a:avLst/>
          </a:prstGeom>
        </p:spPr>
      </p:pic>
      <p:sp>
        <p:nvSpPr>
          <p:cNvPr id="16" name="presenton-callout_title-slot-12 Placeholder Carrier"/>
          <p:cNvSpPr txBox="1"/>
          <p:nvPr>
            <p:ph type="title" idx="12"/>
          </p:nvPr>
        </p:nvSpPr>
        <p:spPr>
          <a:xfrm>
            <a:off x="1012031" y="3754179"/>
            <a:ext cx="1139381" cy="312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17" name="presenton-callout_description-slot-13 Placeholder Carrier"/>
          <p:cNvSpPr txBox="1"/>
          <p:nvPr>
            <p:ph type="body" idx="13"/>
          </p:nvPr>
        </p:nvSpPr>
        <p:spPr>
          <a:xfrm>
            <a:off x="591323" y="4034438"/>
            <a:ext cx="745946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07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8" name="presenton-callout_title-slot-14 Placeholder Carrier"/>
          <p:cNvSpPr txBox="1"/>
          <p:nvPr>
            <p:ph type="title" idx="14"/>
          </p:nvPr>
        </p:nvSpPr>
        <p:spPr>
          <a:xfrm>
            <a:off x="3631281" y="4526561"/>
            <a:ext cx="1139381" cy="312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19" name="presenton-callout_description-slot-15 Placeholder Carrier"/>
          <p:cNvSpPr txBox="1"/>
          <p:nvPr>
            <p:ph type="body" idx="15"/>
          </p:nvPr>
        </p:nvSpPr>
        <p:spPr>
          <a:xfrm>
            <a:off x="3666470" y="4857779"/>
            <a:ext cx="745946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07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20" name="presenton-callout_title-slot-16 Placeholder Carrier"/>
          <p:cNvSpPr txBox="1"/>
          <p:nvPr>
            <p:ph type="title" idx="16"/>
          </p:nvPr>
        </p:nvSpPr>
        <p:spPr>
          <a:xfrm>
            <a:off x="6762624" y="4526561"/>
            <a:ext cx="1139381" cy="312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21" name="presenton-callout_description-slot-17 Placeholder Carrier"/>
          <p:cNvSpPr txBox="1"/>
          <p:nvPr>
            <p:ph type="body" idx="17"/>
          </p:nvPr>
        </p:nvSpPr>
        <p:spPr>
          <a:xfrm>
            <a:off x="6765333" y="4890259"/>
            <a:ext cx="745946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07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22" name="presenton-callout_title-slot-18 Placeholder Carrier"/>
          <p:cNvSpPr txBox="1"/>
          <p:nvPr>
            <p:ph type="title" idx="18"/>
          </p:nvPr>
        </p:nvSpPr>
        <p:spPr>
          <a:xfrm>
            <a:off x="9521636" y="3765323"/>
            <a:ext cx="1139381" cy="312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23" name="presenton-callout_description-slot-19 Placeholder Carrier"/>
          <p:cNvSpPr txBox="1"/>
          <p:nvPr>
            <p:ph type="body" idx="19"/>
          </p:nvPr>
        </p:nvSpPr>
        <p:spPr>
          <a:xfrm>
            <a:off x="9524345" y="4129021"/>
            <a:ext cx="745946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07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970547" y="6258335"/>
            <a:ext cx="348284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7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</a:rPr>
              <a:t>Page</a:t>
            </a:r>
          </a:p>
        </p:txBody>
      </p:sp>
      <p:sp>
        <p:nvSpPr>
          <p:cNvPr id="25" name="presenton-footer_page_value-slot-21 Placeholder Carrier"/>
          <p:cNvSpPr txBox="1"/>
          <p:nvPr>
            <p:ph type="body" idx="21"/>
          </p:nvPr>
        </p:nvSpPr>
        <p:spPr>
          <a:xfrm>
            <a:off x="10849731" y="6258335"/>
            <a:ext cx="710941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8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esenton-title_primary_line-slot-1 Placeholder Carrier"/>
          <p:cNvSpPr txBox="1"/>
          <p:nvPr>
            <p:ph type="title" idx="1"/>
          </p:nvPr>
        </p:nvSpPr>
        <p:spPr>
          <a:xfrm>
            <a:off x="485775" y="565785"/>
            <a:ext cx="2845918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2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4" name="presenton-title_emphasis_line-slot-2 Placeholder Carrier"/>
          <p:cNvSpPr txBox="1"/>
          <p:nvPr>
            <p:ph type="title" idx="2"/>
          </p:nvPr>
        </p:nvSpPr>
        <p:spPr>
          <a:xfrm>
            <a:off x="485775" y="1156335"/>
            <a:ext cx="2845918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200" dirty="0">
                <a:solidFill>
                  <a:srgbClr val="5F4F9B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5" name="presenton-supporting_description-slot-3 Placeholder Carrier"/>
          <p:cNvSpPr txBox="1"/>
          <p:nvPr>
            <p:ph type="body" idx="3"/>
          </p:nvPr>
        </p:nvSpPr>
        <p:spPr>
          <a:xfrm>
            <a:off x="497967" y="1730692"/>
            <a:ext cx="94119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6" name="presenton-footer_pagination-slot-4 Placeholder Carrier"/>
          <p:cNvSpPr txBox="1"/>
          <p:nvPr>
            <p:ph type="body" idx="4"/>
          </p:nvPr>
        </p:nvSpPr>
        <p:spPr>
          <a:xfrm>
            <a:off x="10988203" y="6259163"/>
            <a:ext cx="704383" cy="20829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-US" sz="106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7" name="Rectangle 7"/>
          <p:cNvSpPr/>
          <p:nvPr/>
        </p:nvSpPr>
        <p:spPr>
          <a:xfrm>
            <a:off x="429006" y="2790825"/>
            <a:ext cx="4886325" cy="732187"/>
          </a:xfrm>
          <a:prstGeom prst="roundRect">
            <a:avLst>
              <a:gd name="adj" fmla="val 50000"/>
            </a:avLst>
          </a:prstGeom>
          <a:solidFill>
            <a:srgbClr val="F0EEF8"/>
          </a:solidFill>
          <a:ln>
            <a:noFill/>
          </a:ln>
        </p:spPr>
      </p:sp>
      <p:sp>
        <p:nvSpPr>
          <p:cNvPr id="8" name="presenton-card_heading-slot-5 Placeholder Carrier"/>
          <p:cNvSpPr txBox="1"/>
          <p:nvPr>
            <p:ph type="title" idx="5"/>
          </p:nvPr>
        </p:nvSpPr>
        <p:spPr>
          <a:xfrm>
            <a:off x="2246145" y="3008471"/>
            <a:ext cx="1338724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88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9" name="Rectangle 9"/>
          <p:cNvSpPr/>
          <p:nvPr/>
        </p:nvSpPr>
        <p:spPr>
          <a:xfrm>
            <a:off x="5813393" y="2801684"/>
            <a:ext cx="4972050" cy="742950"/>
          </a:xfrm>
          <a:prstGeom prst="roundRect">
            <a:avLst>
              <a:gd name="adj" fmla="val 50000"/>
            </a:avLst>
          </a:prstGeom>
          <a:solidFill>
            <a:srgbClr val="F0EEF8"/>
          </a:solidFill>
          <a:ln>
            <a:noFill/>
          </a:ln>
        </p:spPr>
      </p:sp>
      <p:sp>
        <p:nvSpPr>
          <p:cNvPr id="10" name="presenton-card_heading-slot-6 Placeholder Carrier"/>
          <p:cNvSpPr txBox="1"/>
          <p:nvPr>
            <p:ph type="title" idx="6"/>
          </p:nvPr>
        </p:nvSpPr>
        <p:spPr>
          <a:xfrm>
            <a:off x="7640915" y="3051715"/>
            <a:ext cx="1338724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88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11" name="presenton-card_detail_row-slot-7 Placeholder Carrier"/>
          <p:cNvSpPr txBox="1"/>
          <p:nvPr>
            <p:ph type="body" idx="7"/>
          </p:nvPr>
        </p:nvSpPr>
        <p:spPr>
          <a:xfrm>
            <a:off x="1024528" y="3855530"/>
            <a:ext cx="704383" cy="20829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06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2" name="presenton-card_detail_row-slot-8 Placeholder Carrier"/>
          <p:cNvSpPr txBox="1"/>
          <p:nvPr>
            <p:ph type="body" idx="8"/>
          </p:nvPr>
        </p:nvSpPr>
        <p:spPr>
          <a:xfrm>
            <a:off x="6016866" y="3845624"/>
            <a:ext cx="704383" cy="20829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06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9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rcRect l="0" t="37867" r="0" b="37867"/>
          <a:stretch>
            <a:fillRect/>
          </a:stretch>
        </p:blipFill>
        <p:spPr>
          <a:xfrm>
            <a:off x="6425756" y="5486495"/>
            <a:ext cx="5766244" cy="1371505"/>
          </a:xfrm>
          <a:prstGeom prst="rect">
            <a:avLst/>
          </a:prstGeom>
        </p:spPr>
      </p:pic>
      <p:sp>
        <p:nvSpPr>
          <p:cNvPr id="4" name="presenton-main_heading-slot-2 Placeholder Carrier"/>
          <p:cNvSpPr txBox="1"/>
          <p:nvPr>
            <p:ph type="title" idx="2"/>
          </p:nvPr>
        </p:nvSpPr>
        <p:spPr>
          <a:xfrm>
            <a:off x="488918" y="568914"/>
            <a:ext cx="2986308" cy="8190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2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5" name="presenton-summary_text-slot-3 Placeholder Carrier"/>
          <p:cNvSpPr txBox="1"/>
          <p:nvPr>
            <p:ph type="body" idx="3"/>
          </p:nvPr>
        </p:nvSpPr>
        <p:spPr>
          <a:xfrm>
            <a:off x="501194" y="1892875"/>
            <a:ext cx="927284" cy="2608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33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6" name="Line 6"/>
          <p:cNvSpPr/>
          <p:nvPr/>
        </p:nvSpPr>
        <p:spPr>
          <a:xfrm>
            <a:off x="600266" y="2959418"/>
            <a:ext cx="459581" cy="440436"/>
          </a:xfrm>
          <a:custGeom>
            <a:avLst/>
            <a:gdLst/>
            <a:ahLst/>
            <a:cxnLst/>
            <a:rect l="l" t="t" r="r" b="b"/>
            <a:pathLst>
              <a:path w="459581" h="440436">
                <a:moveTo>
                  <a:pt x="0" y="0"/>
                </a:moveTo>
                <a:lnTo>
                  <a:pt x="459581" y="440436"/>
                </a:lnTo>
              </a:path>
            </a:pathLst>
          </a:custGeom>
          <a:noFill/>
          <a:ln w="9525">
            <a:solidFill>
              <a:srgbClr val="F0EEF7">
                <a:alpha val="0"/>
              </a:srgbClr>
            </a:solidFill>
          </a:ln>
        </p:spPr>
      </p:sp>
      <p:sp>
        <p:nvSpPr>
          <p:cNvPr id="7" name="presenton-card_title-slot-4 Placeholder Carrier"/>
          <p:cNvSpPr txBox="1"/>
          <p:nvPr>
            <p:ph type="title" idx="4"/>
          </p:nvPr>
        </p:nvSpPr>
        <p:spPr>
          <a:xfrm>
            <a:off x="1220979" y="2943887"/>
            <a:ext cx="1139381" cy="312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8" name="presenton-card_description-slot-5 Placeholder Carrier"/>
          <p:cNvSpPr txBox="1"/>
          <p:nvPr>
            <p:ph type="body" idx="5"/>
          </p:nvPr>
        </p:nvSpPr>
        <p:spPr>
          <a:xfrm>
            <a:off x="1223688" y="3301870"/>
            <a:ext cx="710941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99325" y="6262716"/>
            <a:ext cx="348284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7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</a:rPr>
              <a:t>Page</a:t>
            </a:r>
          </a:p>
        </p:txBody>
      </p:sp>
      <p:sp>
        <p:nvSpPr>
          <p:cNvPr id="10" name="presenton-footer_value-slot-7 Placeholder Carrier"/>
          <p:cNvSpPr txBox="1"/>
          <p:nvPr>
            <p:ph type="body" idx="7"/>
          </p:nvPr>
        </p:nvSpPr>
        <p:spPr>
          <a:xfrm>
            <a:off x="10978604" y="6262716"/>
            <a:ext cx="710941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10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esenton-headline_text-slot-1 Placeholder Carrier"/>
          <p:cNvSpPr txBox="1"/>
          <p:nvPr>
            <p:ph type="title" idx="1"/>
          </p:nvPr>
        </p:nvSpPr>
        <p:spPr>
          <a:xfrm>
            <a:off x="488918" y="568914"/>
            <a:ext cx="2986308" cy="8190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2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4" name="presenton-intro_statement-slot-2 Placeholder Carrier"/>
          <p:cNvSpPr txBox="1"/>
          <p:nvPr>
            <p:ph type="body" idx="2"/>
          </p:nvPr>
        </p:nvSpPr>
        <p:spPr>
          <a:xfrm>
            <a:off x="501194" y="1892875"/>
            <a:ext cx="927284" cy="2608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33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5" name="Line 5"/>
          <p:cNvSpPr/>
          <p:nvPr/>
        </p:nvSpPr>
        <p:spPr>
          <a:xfrm>
            <a:off x="507397" y="3092482"/>
            <a:ext cx="848678" cy="847344"/>
          </a:xfrm>
          <a:custGeom>
            <a:avLst/>
            <a:gdLst/>
            <a:ahLst/>
            <a:cxnLst/>
            <a:rect l="l" t="t" r="r" b="b"/>
            <a:pathLst>
              <a:path w="848678" h="847344">
                <a:moveTo>
                  <a:pt x="0" y="0"/>
                </a:moveTo>
                <a:lnTo>
                  <a:pt x="848678" y="847344"/>
                </a:lnTo>
              </a:path>
            </a:pathLst>
          </a:custGeom>
          <a:noFill/>
          <a:ln w="9525">
            <a:solidFill>
              <a:srgbClr val="F5F3FA">
                <a:alpha val="0"/>
              </a:srgbClr>
            </a:solidFill>
          </a:ln>
        </p:spPr>
      </p:sp>
      <p:sp>
        <p:nvSpPr>
          <p:cNvPr id="6" name="presenton-metric_value-slot-3 Placeholder Carrier"/>
          <p:cNvSpPr txBox="1"/>
          <p:nvPr>
            <p:ph type="body" idx="3"/>
          </p:nvPr>
        </p:nvSpPr>
        <p:spPr>
          <a:xfrm>
            <a:off x="279417" y="3361392"/>
            <a:ext cx="1303684" cy="36495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870" b="1" dirty="0">
                <a:solidFill>
                  <a:srgbClr val="5F4F9B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7" name="presenton-metric_description-slot-4 Placeholder Carrier"/>
          <p:cNvSpPr txBox="1"/>
          <p:nvPr>
            <p:ph type="body" idx="4"/>
          </p:nvPr>
        </p:nvSpPr>
        <p:spPr>
          <a:xfrm>
            <a:off x="1567350" y="3242243"/>
            <a:ext cx="710941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pic>
        <p:nvPicPr>
          <p:cNvPr id="8" name="presenton-image-slot-26 Placeholder Carrier"/>
          <p:cNvPicPr>
            <a:picLocks noChangeAspect="1"/>
          </p:cNvPicPr>
          <p:nvPr>
            <p:ph type="pic" idx="5"/>
          </p:nvPr>
        </p:nvPicPr>
        <p:blipFill>
          <a:blip r:embed="rId2"/>
          <a:srcRect l="16511" t="0" r="16511" b="0"/>
          <a:stretch>
            <a:fillRect/>
          </a:stretch>
        </p:blipFill>
        <p:spPr>
          <a:xfrm>
            <a:off x="6315742" y="444532"/>
            <a:ext cx="5190458" cy="5812155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0970547" y="6258335"/>
            <a:ext cx="348284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7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</a:rPr>
              <a:t>Page</a:t>
            </a:r>
          </a:p>
        </p:txBody>
      </p:sp>
      <p:sp>
        <p:nvSpPr>
          <p:cNvPr id="10" name="presenton-footer_number-slot-7 Placeholder Carrier"/>
          <p:cNvSpPr txBox="1"/>
          <p:nvPr>
            <p:ph type="body" idx="7"/>
          </p:nvPr>
        </p:nvSpPr>
        <p:spPr>
          <a:xfrm>
            <a:off x="10849731" y="6258335"/>
            <a:ext cx="710941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11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8F7FC"/>
          </a:solidFill>
          <a:ln>
            <a:noFill/>
          </a:ln>
        </p:spPr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rcRect l="0" t="41980" r="0" b="41979"/>
          <a:stretch>
            <a:fillRect/>
          </a:stretch>
        </p:blipFill>
        <p:spPr>
          <a:xfrm>
            <a:off x="0" y="5334000"/>
            <a:ext cx="9692354" cy="1524000"/>
          </a:xfrm>
          <a:prstGeom prst="rect">
            <a:avLst/>
          </a:prstGeom>
        </p:spPr>
      </p:pic>
      <p:pic>
        <p:nvPicPr>
          <p:cNvPr id="5" name="Image 5"/>
          <p:cNvPicPr>
            <a:picLocks noChangeAspect="1"/>
          </p:cNvPicPr>
          <p:nvPr/>
        </p:nvPicPr>
        <p:blipFill>
          <a:blip r:embed="rId3"/>
          <a:srcRect l="0" t="39812" r="0" b="39813"/>
          <a:stretch>
            <a:fillRect/>
          </a:stretch>
        </p:blipFill>
        <p:spPr>
          <a:xfrm>
            <a:off x="0" y="4922330"/>
            <a:ext cx="9692354" cy="1935670"/>
          </a:xfrm>
          <a:prstGeom prst="rect">
            <a:avLst/>
          </a:prstGeom>
        </p:spPr>
      </p:pic>
      <p:sp>
        <p:nvSpPr>
          <p:cNvPr id="6" name="presenton-main_headline-slot-3 Placeholder Carrier"/>
          <p:cNvSpPr txBox="1"/>
          <p:nvPr>
            <p:ph type="title" idx="3"/>
          </p:nvPr>
        </p:nvSpPr>
        <p:spPr>
          <a:xfrm>
            <a:off x="485775" y="565771"/>
            <a:ext cx="2986308" cy="8190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2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7" name="presenton-supporting_description-slot-4 Placeholder Carrier"/>
          <p:cNvSpPr txBox="1"/>
          <p:nvPr>
            <p:ph type="body" idx="4"/>
          </p:nvPr>
        </p:nvSpPr>
        <p:spPr>
          <a:xfrm>
            <a:off x="498051" y="1892303"/>
            <a:ext cx="927284" cy="2608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33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8" name="Line 8"/>
          <p:cNvSpPr/>
          <p:nvPr/>
        </p:nvSpPr>
        <p:spPr>
          <a:xfrm>
            <a:off x="6524625" y="1609725"/>
            <a:ext cx="2219325" cy="2219325"/>
          </a:xfrm>
          <a:custGeom>
            <a:avLst/>
            <a:gdLst/>
            <a:ahLst/>
            <a:cxnLst/>
            <a:rect l="l" t="t" r="r" b="b"/>
            <a:pathLst>
              <a:path w="2219325" h="2219325">
                <a:moveTo>
                  <a:pt x="0" y="0"/>
                </a:moveTo>
                <a:lnTo>
                  <a:pt x="2219325" y="2219325"/>
                </a:lnTo>
              </a:path>
            </a:pathLst>
          </a:custGeom>
          <a:noFill/>
          <a:ln w="9525">
            <a:solidFill>
              <a:srgbClr val="7D70B5">
                <a:alpha val="0"/>
              </a:srgbClr>
            </a:solidFill>
          </a:ln>
        </p:spPr>
      </p:sp>
      <p:sp>
        <p:nvSpPr>
          <p:cNvPr id="9" name="presenton-metric_value-slot-5 Placeholder Carrier"/>
          <p:cNvSpPr txBox="1"/>
          <p:nvPr>
            <p:ph type="body" idx="5"/>
          </p:nvPr>
        </p:nvSpPr>
        <p:spPr>
          <a:xfrm>
            <a:off x="6817918" y="2435209"/>
            <a:ext cx="1624453" cy="4561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233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0" name="presenton-metric_caption-slot-6 Placeholder Carrier"/>
          <p:cNvSpPr txBox="1"/>
          <p:nvPr>
            <p:ph type="body" idx="6"/>
          </p:nvPr>
        </p:nvSpPr>
        <p:spPr>
          <a:xfrm>
            <a:off x="7349955" y="2796545"/>
            <a:ext cx="559140" cy="1572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1" name="Line 11"/>
          <p:cNvSpPr/>
          <p:nvPr/>
        </p:nvSpPr>
        <p:spPr>
          <a:xfrm>
            <a:off x="8858250" y="1647825"/>
            <a:ext cx="2905125" cy="2905125"/>
          </a:xfrm>
          <a:custGeom>
            <a:avLst/>
            <a:gdLst/>
            <a:ahLst/>
            <a:cxnLst/>
            <a:rect l="l" t="t" r="r" b="b"/>
            <a:pathLst>
              <a:path w="2905125" h="2905125">
                <a:moveTo>
                  <a:pt x="0" y="0"/>
                </a:moveTo>
                <a:lnTo>
                  <a:pt x="2905125" y="2905125"/>
                </a:lnTo>
              </a:path>
            </a:pathLst>
          </a:custGeom>
          <a:noFill/>
          <a:ln w="9525">
            <a:solidFill>
              <a:srgbClr val="6D60AA">
                <a:alpha val="0"/>
              </a:srgbClr>
            </a:solidFill>
          </a:ln>
        </p:spPr>
      </p:sp>
      <p:sp>
        <p:nvSpPr>
          <p:cNvPr id="12" name="presenton-large_metric_value-slot-7 Placeholder Carrier"/>
          <p:cNvSpPr txBox="1"/>
          <p:nvPr>
            <p:ph type="body" idx="7"/>
          </p:nvPr>
        </p:nvSpPr>
        <p:spPr>
          <a:xfrm>
            <a:off x="9466249" y="2816209"/>
            <a:ext cx="1624453" cy="4561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233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3" name="presenton-large_metric_caption-slot-8 Placeholder Carrier"/>
          <p:cNvSpPr txBox="1"/>
          <p:nvPr>
            <p:ph type="body" idx="8"/>
          </p:nvPr>
        </p:nvSpPr>
        <p:spPr>
          <a:xfrm>
            <a:off x="10026480" y="3187070"/>
            <a:ext cx="559140" cy="1572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4" name="Line 14"/>
          <p:cNvSpPr/>
          <p:nvPr/>
        </p:nvSpPr>
        <p:spPr>
          <a:xfrm>
            <a:off x="6943725" y="3867150"/>
            <a:ext cx="2466975" cy="2466975"/>
          </a:xfrm>
          <a:custGeom>
            <a:avLst/>
            <a:gdLst/>
            <a:ahLst/>
            <a:cxnLst/>
            <a:rect l="l" t="t" r="r" b="b"/>
            <a:pathLst>
              <a:path w="2466975" h="2466975">
                <a:moveTo>
                  <a:pt x="0" y="0"/>
                </a:moveTo>
                <a:lnTo>
                  <a:pt x="2466975" y="2466975"/>
                </a:lnTo>
              </a:path>
            </a:pathLst>
          </a:custGeom>
          <a:noFill/>
          <a:ln w="9525">
            <a:solidFill>
              <a:srgbClr val="6151A3">
                <a:alpha val="0"/>
              </a:srgbClr>
            </a:solidFill>
          </a:ln>
        </p:spPr>
      </p:sp>
      <p:sp>
        <p:nvSpPr>
          <p:cNvPr id="15" name="presenton-lower_metric_value-slot-9 Placeholder Carrier"/>
          <p:cNvSpPr txBox="1"/>
          <p:nvPr>
            <p:ph type="body" idx="9"/>
          </p:nvPr>
        </p:nvSpPr>
        <p:spPr>
          <a:xfrm>
            <a:off x="7424517" y="4778359"/>
            <a:ext cx="1624453" cy="4561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233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6" name="presenton-lower_metric_caption-slot-10 Placeholder Carrier"/>
          <p:cNvSpPr txBox="1"/>
          <p:nvPr>
            <p:ph type="body" idx="10"/>
          </p:nvPr>
        </p:nvSpPr>
        <p:spPr>
          <a:xfrm>
            <a:off x="7902405" y="5158745"/>
            <a:ext cx="559140" cy="1572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096658" y="6259192"/>
            <a:ext cx="348284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7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</a:rPr>
              <a:t>Page</a:t>
            </a:r>
          </a:p>
        </p:txBody>
      </p:sp>
      <p:sp>
        <p:nvSpPr>
          <p:cNvPr id="18" name="presenton-page_number-slot-12 Placeholder Carrier"/>
          <p:cNvSpPr txBox="1"/>
          <p:nvPr>
            <p:ph type="body" idx="12"/>
          </p:nvPr>
        </p:nvSpPr>
        <p:spPr>
          <a:xfrm>
            <a:off x="10981652" y="6259192"/>
            <a:ext cx="710941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12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esenton-main_heading-slot-1 Placeholder Carrier"/>
          <p:cNvSpPr txBox="1"/>
          <p:nvPr>
            <p:ph type="title" idx="1"/>
          </p:nvPr>
        </p:nvSpPr>
        <p:spPr>
          <a:xfrm>
            <a:off x="4602846" y="561022"/>
            <a:ext cx="2986308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42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4" name="presenton-header_subtitle-slot-2 Placeholder Carrier"/>
          <p:cNvSpPr txBox="1"/>
          <p:nvPr>
            <p:ph type="title" idx="2"/>
          </p:nvPr>
        </p:nvSpPr>
        <p:spPr>
          <a:xfrm>
            <a:off x="5618909" y="1939957"/>
            <a:ext cx="954182" cy="2610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4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5" name="presenton-page_marker-slot-3 Placeholder Carrier"/>
          <p:cNvSpPr txBox="1"/>
          <p:nvPr>
            <p:ph type="body" idx="3"/>
          </p:nvPr>
        </p:nvSpPr>
        <p:spPr>
          <a:xfrm>
            <a:off x="10997728" y="6259163"/>
            <a:ext cx="704383" cy="20829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-US" sz="106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6" name="Rectangle 6"/>
          <p:cNvSpPr/>
          <p:nvPr/>
        </p:nvSpPr>
        <p:spPr>
          <a:xfrm>
            <a:off x="569786" y="3439858"/>
            <a:ext cx="2667000" cy="2590800"/>
          </a:xfrm>
          <a:prstGeom prst="roundRect">
            <a:avLst>
              <a:gd name="adj" fmla="val 6618"/>
            </a:avLst>
          </a:prstGeom>
          <a:solidFill>
            <a:srgbClr val="F8F7FC"/>
          </a:solidFill>
          <a:ln>
            <a:noFill/>
          </a:ln>
        </p:spPr>
      </p:sp>
      <p:sp>
        <p:nvSpPr>
          <p:cNvPr id="7" name="presenton-metric_value-slot-4 Placeholder Carrier"/>
          <p:cNvSpPr txBox="1"/>
          <p:nvPr>
            <p:ph type="body" idx="4"/>
          </p:nvPr>
        </p:nvSpPr>
        <p:spPr>
          <a:xfrm>
            <a:off x="90335" y="3873246"/>
            <a:ext cx="3644951" cy="1019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525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8" name="presenton-metric_label-slot-5 Placeholder Carrier"/>
          <p:cNvSpPr txBox="1"/>
          <p:nvPr>
            <p:ph type="body" idx="5"/>
          </p:nvPr>
        </p:nvSpPr>
        <p:spPr>
          <a:xfrm>
            <a:off x="1330653" y="4671870"/>
            <a:ext cx="1164315" cy="3271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67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9" name="presenton-metric_description-slot-6 Placeholder Carrier"/>
          <p:cNvSpPr txBox="1"/>
          <p:nvPr>
            <p:ph type="body" idx="6"/>
          </p:nvPr>
        </p:nvSpPr>
        <p:spPr>
          <a:xfrm>
            <a:off x="1531198" y="5004197"/>
            <a:ext cx="744174" cy="21856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12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13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/>
          <p:nvPr/>
        </p:nvSpPr>
        <p:spPr>
          <a:xfrm>
            <a:off x="6715125" y="0"/>
            <a:ext cx="5476875" cy="6858000"/>
          </a:xfrm>
          <a:prstGeom prst="rect">
            <a:avLst/>
          </a:prstGeom>
          <a:solidFill>
            <a:srgbClr val="F7F5FA"/>
          </a:solidFill>
          <a:ln>
            <a:noFill/>
          </a:ln>
        </p:spPr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rcRect l="0" t="45140" r="0" b="45139"/>
          <a:stretch>
            <a:fillRect/>
          </a:stretch>
        </p:blipFill>
        <p:spPr>
          <a:xfrm>
            <a:off x="0" y="5934075"/>
            <a:ext cx="9696450" cy="923925"/>
          </a:xfrm>
          <a:prstGeom prst="rect">
            <a:avLst/>
          </a:prstGeom>
        </p:spPr>
      </p:pic>
      <p:pic>
        <p:nvPicPr>
          <p:cNvPr id="5" name="Image 5"/>
          <p:cNvPicPr>
            <a:picLocks noChangeAspect="1"/>
          </p:cNvPicPr>
          <p:nvPr/>
        </p:nvPicPr>
        <p:blipFill>
          <a:blip r:embed="rId3"/>
          <a:srcRect l="0" t="42985" r="0" b="42985"/>
          <a:stretch>
            <a:fillRect/>
          </a:stretch>
        </p:blipFill>
        <p:spPr>
          <a:xfrm>
            <a:off x="0" y="5524500"/>
            <a:ext cx="9696450" cy="1333500"/>
          </a:xfrm>
          <a:prstGeom prst="rect">
            <a:avLst/>
          </a:prstGeom>
        </p:spPr>
      </p:pic>
      <p:sp>
        <p:nvSpPr>
          <p:cNvPr id="6" name="presenton-main_headline-slot-3 Placeholder Carrier"/>
          <p:cNvSpPr txBox="1"/>
          <p:nvPr>
            <p:ph type="title" idx="3"/>
          </p:nvPr>
        </p:nvSpPr>
        <p:spPr>
          <a:xfrm>
            <a:off x="485775" y="565785"/>
            <a:ext cx="2845918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2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7" name="presenton-supporting_statement-slot-4 Placeholder Carrier"/>
          <p:cNvSpPr txBox="1"/>
          <p:nvPr>
            <p:ph type="body" idx="4"/>
          </p:nvPr>
        </p:nvSpPr>
        <p:spPr>
          <a:xfrm>
            <a:off x="498043" y="1787557"/>
            <a:ext cx="934169" cy="2610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34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8" name="presenton-card_heading-slot-5 Placeholder Carrier"/>
          <p:cNvSpPr txBox="1"/>
          <p:nvPr>
            <p:ph type="title" idx="5"/>
          </p:nvPr>
        </p:nvSpPr>
        <p:spPr>
          <a:xfrm>
            <a:off x="496710" y="3259407"/>
            <a:ext cx="1139358" cy="3124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9" name="presenton-card_description-slot-6 Placeholder Carrier"/>
          <p:cNvSpPr txBox="1"/>
          <p:nvPr>
            <p:ph type="body" idx="6"/>
          </p:nvPr>
        </p:nvSpPr>
        <p:spPr>
          <a:xfrm>
            <a:off x="499415" y="3620738"/>
            <a:ext cx="704383" cy="20829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06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975995" y="6259163"/>
            <a:ext cx="345116" cy="20829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6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</a:rPr>
              <a:t>Page</a:t>
            </a:r>
          </a:p>
        </p:txBody>
      </p:sp>
      <p:sp>
        <p:nvSpPr>
          <p:cNvPr id="11" name="presenton-footer_value-slot-8 Placeholder Carrier"/>
          <p:cNvSpPr txBox="1"/>
          <p:nvPr>
            <p:ph type="body" idx="8"/>
          </p:nvPr>
        </p:nvSpPr>
        <p:spPr>
          <a:xfrm>
            <a:off x="10864378" y="6259163"/>
            <a:ext cx="704383" cy="20829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-US" sz="106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14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esenton-main_heading_start-slot-1 Placeholder Carrier"/>
          <p:cNvSpPr txBox="1"/>
          <p:nvPr>
            <p:ph type="title" idx="1"/>
          </p:nvPr>
        </p:nvSpPr>
        <p:spPr>
          <a:xfrm>
            <a:off x="666750" y="573881"/>
            <a:ext cx="2792435" cy="8048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12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4" name="presenton-intro_subtitle-slot-2 Placeholder Carrier"/>
          <p:cNvSpPr txBox="1"/>
          <p:nvPr>
            <p:ph type="title" idx="2"/>
          </p:nvPr>
        </p:nvSpPr>
        <p:spPr>
          <a:xfrm>
            <a:off x="5618909" y="1806607"/>
            <a:ext cx="954182" cy="2610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4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5" name="presenton-footer_page_marker-slot-3 Placeholder Carrier"/>
          <p:cNvSpPr txBox="1"/>
          <p:nvPr>
            <p:ph type="body" idx="3"/>
          </p:nvPr>
        </p:nvSpPr>
        <p:spPr>
          <a:xfrm>
            <a:off x="10988203" y="6259163"/>
            <a:ext cx="704383" cy="20829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-US" sz="106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6" name="Rectangle 6"/>
          <p:cNvSpPr/>
          <p:nvPr/>
        </p:nvSpPr>
        <p:spPr>
          <a:xfrm>
            <a:off x="493966" y="2725102"/>
            <a:ext cx="4819650" cy="1285875"/>
          </a:xfrm>
          <a:prstGeom prst="roundRect">
            <a:avLst>
              <a:gd name="adj" fmla="val 35556"/>
            </a:avLst>
          </a:prstGeom>
          <a:solidFill>
            <a:srgbClr val="F6F5FA"/>
          </a:solidFill>
          <a:ln>
            <a:noFill/>
          </a:ln>
        </p:spPr>
      </p:sp>
      <p:sp>
        <p:nvSpPr>
          <p:cNvPr id="7" name="Line 7"/>
          <p:cNvSpPr/>
          <p:nvPr/>
        </p:nvSpPr>
        <p:spPr>
          <a:xfrm>
            <a:off x="655892" y="3020378"/>
            <a:ext cx="695325" cy="695325"/>
          </a:xfrm>
          <a:custGeom>
            <a:avLst/>
            <a:gdLst/>
            <a:ahLst/>
            <a:cxnLst/>
            <a:rect l="l" t="t" r="r" b="b"/>
            <a:pathLst>
              <a:path w="695325" h="695325">
                <a:moveTo>
                  <a:pt x="0" y="0"/>
                </a:moveTo>
                <a:lnTo>
                  <a:pt x="695325" y="695325"/>
                </a:lnTo>
              </a:path>
            </a:pathLst>
          </a:custGeom>
          <a:noFill/>
          <a:ln w="12382">
            <a:solidFill>
              <a:srgbClr val="8B7ADD">
                <a:alpha val="0"/>
              </a:srgbClr>
            </a:solidFill>
          </a:ln>
        </p:spPr>
      </p:sp>
      <p:sp>
        <p:nvSpPr>
          <p:cNvPr id="8" name="presenton-feature_badge_label-slot-4 Placeholder Carrier"/>
          <p:cNvSpPr txBox="1"/>
          <p:nvPr>
            <p:ph type="body" idx="4"/>
          </p:nvPr>
        </p:nvSpPr>
        <p:spPr>
          <a:xfrm>
            <a:off x="484499" y="3211449"/>
            <a:ext cx="1066684" cy="2992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530" b="1" dirty="0">
                <a:solidFill>
                  <a:srgbClr val="5F4F9B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9" name="presenton-feature_heading-slot-5 Placeholder Carrier"/>
          <p:cNvSpPr txBox="1"/>
          <p:nvPr>
            <p:ph type="title" idx="5"/>
          </p:nvPr>
        </p:nvSpPr>
        <p:spPr>
          <a:xfrm>
            <a:off x="1514551" y="2965085"/>
            <a:ext cx="1139358" cy="3124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10" name="presenton-feature_description-slot-6 Placeholder Carrier"/>
          <p:cNvSpPr txBox="1"/>
          <p:nvPr>
            <p:ph type="body" idx="6"/>
          </p:nvPr>
        </p:nvSpPr>
        <p:spPr>
          <a:xfrm>
            <a:off x="1517256" y="3297841"/>
            <a:ext cx="704383" cy="20829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06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15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esenton-main_heading-slot-1 Placeholder Carrier"/>
          <p:cNvSpPr txBox="1"/>
          <p:nvPr>
            <p:ph type="title" idx="1"/>
          </p:nvPr>
        </p:nvSpPr>
        <p:spPr>
          <a:xfrm>
            <a:off x="4925263" y="551498"/>
            <a:ext cx="2341474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345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4" name="presenton-header_description-slot-2 Placeholder Carrier"/>
          <p:cNvSpPr txBox="1"/>
          <p:nvPr>
            <p:ph type="body" idx="2"/>
          </p:nvPr>
        </p:nvSpPr>
        <p:spPr>
          <a:xfrm>
            <a:off x="5643217" y="1529496"/>
            <a:ext cx="927284" cy="2608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33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5" name="Rectangle 5"/>
          <p:cNvSpPr/>
          <p:nvPr/>
        </p:nvSpPr>
        <p:spPr>
          <a:xfrm>
            <a:off x="514350" y="2352675"/>
            <a:ext cx="4819650" cy="3905250"/>
          </a:xfrm>
          <a:prstGeom prst="roundRect">
            <a:avLst>
              <a:gd name="adj" fmla="val 3659"/>
            </a:avLst>
          </a:prstGeom>
          <a:solidFill>
            <a:srgbClr val="F8F7FB"/>
          </a:solidFill>
          <a:ln>
            <a:noFill/>
          </a:ln>
        </p:spPr>
      </p:sp>
      <p:sp>
        <p:nvSpPr>
          <p:cNvPr id="6" name="presenton-card_heading-slot-3 Placeholder Carrier"/>
          <p:cNvSpPr txBox="1"/>
          <p:nvPr>
            <p:ph type="title" idx="3"/>
          </p:nvPr>
        </p:nvSpPr>
        <p:spPr>
          <a:xfrm>
            <a:off x="2354485" y="5278750"/>
            <a:ext cx="1139381" cy="312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00" b="1" dirty="0">
                <a:solidFill>
                  <a:srgbClr val="5F4F9B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7" name="presenton-card_description-slot-4 Placeholder Carrier"/>
          <p:cNvSpPr txBox="1"/>
          <p:nvPr>
            <p:ph type="body" idx="4"/>
          </p:nvPr>
        </p:nvSpPr>
        <p:spPr>
          <a:xfrm>
            <a:off x="2615161" y="5618474"/>
            <a:ext cx="618028" cy="182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096658" y="6259192"/>
            <a:ext cx="348284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7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</a:rPr>
              <a:t>Page</a:t>
            </a:r>
          </a:p>
        </p:txBody>
      </p:sp>
      <p:sp>
        <p:nvSpPr>
          <p:cNvPr id="9" name="presenton-footer_value-slot-6 Placeholder Carrier"/>
          <p:cNvSpPr txBox="1"/>
          <p:nvPr>
            <p:ph type="body" idx="6"/>
          </p:nvPr>
        </p:nvSpPr>
        <p:spPr>
          <a:xfrm>
            <a:off x="10981652" y="6259192"/>
            <a:ext cx="710941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16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rcRect l="0" t="46442" r="0" b="46443"/>
          <a:stretch>
            <a:fillRect/>
          </a:stretch>
        </p:blipFill>
        <p:spPr>
          <a:xfrm>
            <a:off x="0" y="6181725"/>
            <a:ext cx="9696450" cy="676275"/>
          </a:xfrm>
          <a:prstGeom prst="rect">
            <a:avLst/>
          </a:prstGeom>
        </p:spPr>
      </p:pic>
      <p:pic>
        <p:nvPicPr>
          <p:cNvPr id="4" name="Image 4"/>
          <p:cNvPicPr>
            <a:picLocks noChangeAspect="1"/>
          </p:cNvPicPr>
          <p:nvPr/>
        </p:nvPicPr>
        <p:blipFill>
          <a:blip r:embed="rId3"/>
          <a:srcRect l="12902" t="0" r="12903" b="0"/>
          <a:stretch>
            <a:fillRect/>
          </a:stretch>
        </p:blipFill>
        <p:spPr>
          <a:xfrm>
            <a:off x="7000875" y="0"/>
            <a:ext cx="5191125" cy="6858000"/>
          </a:xfrm>
          <a:prstGeom prst="rect">
            <a:avLst/>
          </a:prstGeom>
        </p:spPr>
      </p:pic>
      <p:sp>
        <p:nvSpPr>
          <p:cNvPr id="5" name="presenton-main_heading-slot-3 Placeholder Carrier"/>
          <p:cNvSpPr txBox="1"/>
          <p:nvPr>
            <p:ph type="title" idx="3"/>
          </p:nvPr>
        </p:nvSpPr>
        <p:spPr>
          <a:xfrm>
            <a:off x="4747519" y="554355"/>
            <a:ext cx="2563612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36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6" name="presenton-supporting_subtitle-slot-4 Placeholder Carrier"/>
          <p:cNvSpPr txBox="1"/>
          <p:nvPr>
            <p:ph type="title" idx="4"/>
          </p:nvPr>
        </p:nvSpPr>
        <p:spPr>
          <a:xfrm>
            <a:off x="5555751" y="1806578"/>
            <a:ext cx="947148" cy="2608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3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7" name="Rectangle 7"/>
          <p:cNvSpPr/>
          <p:nvPr/>
        </p:nvSpPr>
        <p:spPr>
          <a:xfrm>
            <a:off x="5391150" y="2781300"/>
            <a:ext cx="2819400" cy="1600200"/>
          </a:xfrm>
          <a:prstGeom prst="roundRect">
            <a:avLst>
              <a:gd name="adj" fmla="val 22619"/>
            </a:avLst>
          </a:prstGeom>
          <a:solidFill>
            <a:srgbClr val="F7F6FB"/>
          </a:solidFill>
          <a:ln>
            <a:noFill/>
          </a:ln>
        </p:spPr>
      </p:sp>
      <p:sp>
        <p:nvSpPr>
          <p:cNvPr id="8" name="presenton-card_title-slot-5 Placeholder Carrier"/>
          <p:cNvSpPr txBox="1"/>
          <p:nvPr>
            <p:ph type="title" idx="5"/>
          </p:nvPr>
        </p:nvSpPr>
        <p:spPr>
          <a:xfrm>
            <a:off x="5964460" y="2811775"/>
            <a:ext cx="1139381" cy="312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9" name="presenton-card_title-slot-6 Placeholder Carrier"/>
          <p:cNvSpPr txBox="1"/>
          <p:nvPr>
            <p:ph type="title" idx="6"/>
          </p:nvPr>
        </p:nvSpPr>
        <p:spPr>
          <a:xfrm>
            <a:off x="6218695" y="3182617"/>
            <a:ext cx="726161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7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096658" y="6259192"/>
            <a:ext cx="348284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7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</a:rPr>
              <a:t>Page</a:t>
            </a:r>
          </a:p>
        </p:txBody>
      </p:sp>
      <p:sp>
        <p:nvSpPr>
          <p:cNvPr id="11" name="presenton-footer_value-slot-8 Placeholder Carrier"/>
          <p:cNvSpPr txBox="1"/>
          <p:nvPr>
            <p:ph type="body" idx="8"/>
          </p:nvPr>
        </p:nvSpPr>
        <p:spPr>
          <a:xfrm>
            <a:off x="10981652" y="6259192"/>
            <a:ext cx="710941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17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rcRect l="0" t="45679" r="0" b="45679"/>
          <a:stretch>
            <a:fillRect/>
          </a:stretch>
        </p:blipFill>
        <p:spPr>
          <a:xfrm>
            <a:off x="0" y="6036945"/>
            <a:ext cx="9692354" cy="821055"/>
          </a:xfrm>
          <a:prstGeom prst="rect">
            <a:avLst/>
          </a:prstGeom>
        </p:spPr>
      </p:pic>
      <p:pic>
        <p:nvPicPr>
          <p:cNvPr id="4" name="Image 4"/>
          <p:cNvPicPr>
            <a:picLocks noChangeAspect="1"/>
          </p:cNvPicPr>
          <p:nvPr/>
        </p:nvPicPr>
        <p:blipFill>
          <a:blip r:embed="rId3"/>
          <a:srcRect l="0" t="43512" r="0" b="43512"/>
          <a:stretch>
            <a:fillRect/>
          </a:stretch>
        </p:blipFill>
        <p:spPr>
          <a:xfrm>
            <a:off x="0" y="5625274"/>
            <a:ext cx="9692354" cy="1232725"/>
          </a:xfrm>
          <a:prstGeom prst="rect">
            <a:avLst/>
          </a:prstGeom>
        </p:spPr>
      </p:pic>
      <p:sp>
        <p:nvSpPr>
          <p:cNvPr id="5" name="presenton-main_headline-slot-3 Placeholder Carrier"/>
          <p:cNvSpPr txBox="1"/>
          <p:nvPr>
            <p:ph type="title" idx="3"/>
          </p:nvPr>
        </p:nvSpPr>
        <p:spPr>
          <a:xfrm>
            <a:off x="4540505" y="568914"/>
            <a:ext cx="2986308" cy="8190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42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6" name="presenton-headline_description-slot-4 Placeholder Carrier"/>
          <p:cNvSpPr txBox="1"/>
          <p:nvPr>
            <p:ph type="title" idx="4"/>
          </p:nvPr>
        </p:nvSpPr>
        <p:spPr>
          <a:xfrm>
            <a:off x="5558037" y="1786671"/>
            <a:ext cx="947148" cy="2608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3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7" name="Rectangle 7"/>
          <p:cNvSpPr/>
          <p:nvPr/>
        </p:nvSpPr>
        <p:spPr>
          <a:xfrm>
            <a:off x="507968" y="3080766"/>
            <a:ext cx="2824162" cy="1396175"/>
          </a:xfrm>
          <a:prstGeom prst="roundRect">
            <a:avLst>
              <a:gd name="adj" fmla="val 28653"/>
            </a:avLst>
          </a:prstGeom>
          <a:solidFill>
            <a:srgbClr val="F8F7FB"/>
          </a:solidFill>
          <a:ln>
            <a:noFill/>
          </a:ln>
        </p:spPr>
      </p:sp>
      <p:sp>
        <p:nvSpPr>
          <p:cNvPr id="8" name="presenton-card_title-slot-5 Placeholder Carrier"/>
          <p:cNvSpPr txBox="1"/>
          <p:nvPr>
            <p:ph type="title" idx="5"/>
          </p:nvPr>
        </p:nvSpPr>
        <p:spPr>
          <a:xfrm>
            <a:off x="1081278" y="3111241"/>
            <a:ext cx="1139381" cy="312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9" name="presenton-card_description-slot-6 Placeholder Carrier"/>
          <p:cNvSpPr txBox="1"/>
          <p:nvPr>
            <p:ph type="body" idx="6"/>
          </p:nvPr>
        </p:nvSpPr>
        <p:spPr>
          <a:xfrm>
            <a:off x="1366935" y="3463033"/>
            <a:ext cx="710941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0" name="Rectangle 10"/>
          <p:cNvSpPr/>
          <p:nvPr/>
        </p:nvSpPr>
        <p:spPr>
          <a:xfrm>
            <a:off x="6096000" y="3080766"/>
            <a:ext cx="2824162" cy="1396175"/>
          </a:xfrm>
          <a:prstGeom prst="roundRect">
            <a:avLst>
              <a:gd name="adj" fmla="val 28653"/>
            </a:avLst>
          </a:prstGeom>
          <a:solidFill>
            <a:srgbClr val="F8F7FB"/>
          </a:solidFill>
          <a:ln>
            <a:noFill/>
          </a:ln>
        </p:spPr>
      </p:sp>
      <p:sp>
        <p:nvSpPr>
          <p:cNvPr id="11" name="presenton-card_title-slot-7 Placeholder Carrier"/>
          <p:cNvSpPr txBox="1"/>
          <p:nvPr>
            <p:ph type="title" idx="7"/>
          </p:nvPr>
        </p:nvSpPr>
        <p:spPr>
          <a:xfrm>
            <a:off x="6669310" y="3111241"/>
            <a:ext cx="1139381" cy="312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12" name="presenton-card_description-slot-8 Placeholder Carrier"/>
          <p:cNvSpPr txBox="1"/>
          <p:nvPr>
            <p:ph type="body" idx="8"/>
          </p:nvPr>
        </p:nvSpPr>
        <p:spPr>
          <a:xfrm>
            <a:off x="6954967" y="3463033"/>
            <a:ext cx="710941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3" name="presenton-pagination_label-slot-9 Placeholder Carrier"/>
          <p:cNvSpPr txBox="1"/>
          <p:nvPr>
            <p:ph type="body" idx="9"/>
          </p:nvPr>
        </p:nvSpPr>
        <p:spPr>
          <a:xfrm>
            <a:off x="10978604" y="6262716"/>
            <a:ext cx="710941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18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esenton-headline_leading_text-slot-1 Placeholder Carrier"/>
          <p:cNvSpPr txBox="1"/>
          <p:nvPr>
            <p:ph type="title" idx="1"/>
          </p:nvPr>
        </p:nvSpPr>
        <p:spPr>
          <a:xfrm>
            <a:off x="486537" y="563880"/>
            <a:ext cx="2443277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4" name="presenton-headline_emphasis_text-slot-2 Placeholder Carrier"/>
          <p:cNvSpPr txBox="1"/>
          <p:nvPr>
            <p:ph type="title" idx="2"/>
          </p:nvPr>
        </p:nvSpPr>
        <p:spPr>
          <a:xfrm>
            <a:off x="4125087" y="563880"/>
            <a:ext cx="2443277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dirty="0">
                <a:solidFill>
                  <a:srgbClr val="5F4F9B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5" name="presenton-headline_secondary_text-slot-3 Placeholder Carrier"/>
          <p:cNvSpPr txBox="1"/>
          <p:nvPr>
            <p:ph type="title" idx="3"/>
          </p:nvPr>
        </p:nvSpPr>
        <p:spPr>
          <a:xfrm>
            <a:off x="486537" y="1144905"/>
            <a:ext cx="2443277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dirty="0">
                <a:solidFill>
                  <a:srgbClr val="5F4F9B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6" name="presenton-headline_closing_text-slot-4 Placeholder Carrier"/>
          <p:cNvSpPr txBox="1"/>
          <p:nvPr>
            <p:ph type="title" idx="4"/>
          </p:nvPr>
        </p:nvSpPr>
        <p:spPr>
          <a:xfrm>
            <a:off x="3553587" y="1144905"/>
            <a:ext cx="2443277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7" name="presenton-summary_text-slot-5 Placeholder Carrier"/>
          <p:cNvSpPr txBox="1"/>
          <p:nvPr>
            <p:ph type="body" idx="5"/>
          </p:nvPr>
        </p:nvSpPr>
        <p:spPr>
          <a:xfrm>
            <a:off x="497967" y="1730692"/>
            <a:ext cx="94119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099820" y="6259163"/>
            <a:ext cx="345116" cy="20829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6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</a:rPr>
              <a:t>Page</a:t>
            </a:r>
          </a:p>
        </p:txBody>
      </p:sp>
      <p:sp>
        <p:nvSpPr>
          <p:cNvPr id="9" name="presenton-footer_number-slot-7 Placeholder Carrier"/>
          <p:cNvSpPr txBox="1"/>
          <p:nvPr>
            <p:ph type="body" idx="7"/>
          </p:nvPr>
        </p:nvSpPr>
        <p:spPr>
          <a:xfrm>
            <a:off x="10988203" y="6259163"/>
            <a:ext cx="704383" cy="20829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-US" sz="106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0" name="Rectangle 10"/>
          <p:cNvSpPr/>
          <p:nvPr/>
        </p:nvSpPr>
        <p:spPr>
          <a:xfrm>
            <a:off x="6772275" y="638175"/>
            <a:ext cx="2381250" cy="2838450"/>
          </a:xfrm>
          <a:prstGeom prst="roundRect">
            <a:avLst>
              <a:gd name="adj" fmla="val 8000"/>
            </a:avLst>
          </a:prstGeom>
          <a:solidFill>
            <a:srgbClr val="F7F6FB"/>
          </a:solidFill>
          <a:ln>
            <a:noFill/>
          </a:ln>
        </p:spPr>
      </p:sp>
      <p:sp>
        <p:nvSpPr>
          <p:cNvPr id="11" name="presenton-metric_value-slot-8 Placeholder Carrier"/>
          <p:cNvSpPr txBox="1"/>
          <p:nvPr>
            <p:ph type="body" idx="8"/>
          </p:nvPr>
        </p:nvSpPr>
        <p:spPr>
          <a:xfrm>
            <a:off x="6322314" y="709612"/>
            <a:ext cx="2614422" cy="733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3750" b="1" dirty="0">
                <a:solidFill>
                  <a:srgbClr val="8958F4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2" name="presenton-metric_value-slot-9 Placeholder Carrier"/>
          <p:cNvSpPr txBox="1"/>
          <p:nvPr>
            <p:ph type="body" idx="9"/>
          </p:nvPr>
        </p:nvSpPr>
        <p:spPr>
          <a:xfrm>
            <a:off x="7331527" y="1456134"/>
            <a:ext cx="624571" cy="1833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94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19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esenton-headline_text-slot-1 Placeholder Carrier"/>
          <p:cNvSpPr txBox="1"/>
          <p:nvPr>
            <p:ph type="title" idx="1"/>
          </p:nvPr>
        </p:nvSpPr>
        <p:spPr>
          <a:xfrm>
            <a:off x="4673089" y="568914"/>
            <a:ext cx="2845918" cy="8190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42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4" name="presenton-subtitle_text-slot-2 Placeholder Carrier"/>
          <p:cNvSpPr txBox="1"/>
          <p:nvPr>
            <p:ph type="title" idx="2"/>
          </p:nvPr>
        </p:nvSpPr>
        <p:spPr>
          <a:xfrm>
            <a:off x="5622474" y="1818389"/>
            <a:ext cx="947148" cy="2608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3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pic>
        <p:nvPicPr>
          <p:cNvPr id="5" name="presenton-image-slot-35 Placeholder Carrier"/>
          <p:cNvPicPr>
            <a:picLocks noChangeAspect="1"/>
          </p:cNvPicPr>
          <p:nvPr>
            <p:ph type="pic" idx="3"/>
          </p:nvPr>
        </p:nvPicPr>
        <p:blipFill>
          <a:blip r:embed="rId2"/>
          <a:srcRect l="12500" t="0" r="12500" b="0"/>
          <a:stretch>
            <a:fillRect/>
          </a:stretch>
        </p:blipFill>
        <p:spPr>
          <a:xfrm>
            <a:off x="1036320" y="2793206"/>
            <a:ext cx="2112836" cy="2112836"/>
          </a:xfrm>
          <a:prstGeom prst="rect">
            <a:avLst/>
          </a:prstGeom>
        </p:spPr>
      </p:pic>
      <p:sp>
        <p:nvSpPr>
          <p:cNvPr id="6" name="Rectangle 6"/>
          <p:cNvSpPr/>
          <p:nvPr/>
        </p:nvSpPr>
        <p:spPr>
          <a:xfrm>
            <a:off x="507968" y="4876800"/>
            <a:ext cx="3171825" cy="1981200"/>
          </a:xfrm>
          <a:prstGeom prst="roundRect">
            <a:avLst>
              <a:gd name="adj" fmla="val 11538"/>
            </a:avLst>
          </a:prstGeom>
          <a:solidFill>
            <a:srgbClr val="F8F7FB"/>
          </a:solidFill>
          <a:ln>
            <a:noFill/>
          </a:ln>
        </p:spPr>
      </p:sp>
      <p:sp>
        <p:nvSpPr>
          <p:cNvPr id="7" name="presenton-card_heading-slot-4 Placeholder Carrier"/>
          <p:cNvSpPr txBox="1"/>
          <p:nvPr>
            <p:ph type="title" idx="4"/>
          </p:nvPr>
        </p:nvSpPr>
        <p:spPr>
          <a:xfrm>
            <a:off x="1523095" y="5100918"/>
            <a:ext cx="1139381" cy="312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8" name="presenton-card_description-slot-5 Placeholder Carrier"/>
          <p:cNvSpPr txBox="1"/>
          <p:nvPr>
            <p:ph type="body" idx="5"/>
          </p:nvPr>
        </p:nvSpPr>
        <p:spPr>
          <a:xfrm>
            <a:off x="1737315" y="5804468"/>
            <a:ext cx="710941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9" name="presenton-footer_page_label-slot-6 Placeholder Carrier"/>
          <p:cNvSpPr txBox="1"/>
          <p:nvPr>
            <p:ph type="body" idx="6"/>
          </p:nvPr>
        </p:nvSpPr>
        <p:spPr>
          <a:xfrm>
            <a:off x="10978604" y="6262716"/>
            <a:ext cx="710941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20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3"/>
          <p:cNvSpPr/>
          <p:nvPr/>
        </p:nvSpPr>
        <p:spPr>
          <a:xfrm>
            <a:off x="-2000250" y="-1619250"/>
            <a:ext cx="4381500" cy="3238500"/>
          </a:xfrm>
          <a:custGeom>
            <a:avLst/>
            <a:gdLst/>
            <a:ahLst/>
            <a:cxnLst/>
            <a:rect l="l" t="t" r="r" b="b"/>
            <a:pathLst>
              <a:path w="4381500" h="3238500">
                <a:moveTo>
                  <a:pt x="0" y="0"/>
                </a:moveTo>
                <a:lnTo>
                  <a:pt x="4381500" y="3238500"/>
                </a:lnTo>
              </a:path>
            </a:pathLst>
          </a:custGeom>
          <a:noFill/>
          <a:ln w="9525">
            <a:solidFill>
              <a:srgbClr val="F5F2FA">
                <a:alpha val="0"/>
              </a:srgbClr>
            </a:solidFill>
          </a:ln>
        </p:spPr>
      </p:sp>
      <p:sp>
        <p:nvSpPr>
          <p:cNvPr id="4" name="Line 4"/>
          <p:cNvSpPr/>
          <p:nvPr/>
        </p:nvSpPr>
        <p:spPr>
          <a:xfrm>
            <a:off x="9906000" y="5334000"/>
            <a:ext cx="3524250" cy="2524125"/>
          </a:xfrm>
          <a:custGeom>
            <a:avLst/>
            <a:gdLst/>
            <a:ahLst/>
            <a:cxnLst/>
            <a:rect l="l" t="t" r="r" b="b"/>
            <a:pathLst>
              <a:path w="3524250" h="2524125">
                <a:moveTo>
                  <a:pt x="0" y="0"/>
                </a:moveTo>
                <a:lnTo>
                  <a:pt x="3524250" y="2524125"/>
                </a:lnTo>
              </a:path>
            </a:pathLst>
          </a:custGeom>
          <a:noFill/>
          <a:ln w="9525">
            <a:solidFill>
              <a:srgbClr val="F5F2FA">
                <a:alpha val="0"/>
              </a:srgbClr>
            </a:solidFill>
          </a:ln>
        </p:spPr>
      </p:sp>
      <p:sp>
        <p:nvSpPr>
          <p:cNvPr id="5" name="presenton-headline_text-slot-1 Placeholder Carrier"/>
          <p:cNvSpPr txBox="1"/>
          <p:nvPr>
            <p:ph type="title" idx="1"/>
          </p:nvPr>
        </p:nvSpPr>
        <p:spPr>
          <a:xfrm>
            <a:off x="485775" y="565785"/>
            <a:ext cx="2845918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2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6" name="presenton-intro_text-slot-2 Placeholder Carrier"/>
          <p:cNvSpPr txBox="1"/>
          <p:nvPr>
            <p:ph type="body" idx="2"/>
          </p:nvPr>
        </p:nvSpPr>
        <p:spPr>
          <a:xfrm>
            <a:off x="498051" y="2387603"/>
            <a:ext cx="927284" cy="2608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33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7" name="Rectangle 7"/>
          <p:cNvSpPr/>
          <p:nvPr/>
        </p:nvSpPr>
        <p:spPr>
          <a:xfrm>
            <a:off x="504825" y="3762375"/>
            <a:ext cx="6019800" cy="2505075"/>
          </a:xfrm>
          <a:prstGeom prst="roundRect">
            <a:avLst>
              <a:gd name="adj" fmla="val 9125"/>
            </a:avLst>
          </a:prstGeom>
          <a:solidFill>
            <a:srgbClr val="F7F5FA"/>
          </a:solidFill>
          <a:ln>
            <a:noFill/>
          </a:ln>
        </p:spPr>
      </p:sp>
      <p:sp>
        <p:nvSpPr>
          <p:cNvPr id="8" name="presenton-card_heading-slot-3 Placeholder Carrier"/>
          <p:cNvSpPr txBox="1"/>
          <p:nvPr>
            <p:ph type="title" idx="3"/>
          </p:nvPr>
        </p:nvSpPr>
        <p:spPr>
          <a:xfrm>
            <a:off x="925323" y="3992875"/>
            <a:ext cx="1139381" cy="312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9" name="presenton-card_body-slot-4 Placeholder Carrier"/>
          <p:cNvSpPr txBox="1"/>
          <p:nvPr>
            <p:ph type="body" idx="4"/>
          </p:nvPr>
        </p:nvSpPr>
        <p:spPr>
          <a:xfrm>
            <a:off x="926676" y="4416428"/>
            <a:ext cx="883773" cy="2608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3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096658" y="6259192"/>
            <a:ext cx="348284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7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</a:rPr>
              <a:t>Page</a:t>
            </a:r>
          </a:p>
        </p:txBody>
      </p:sp>
      <p:sp>
        <p:nvSpPr>
          <p:cNvPr id="11" name="presenton-footer_value-slot-6 Placeholder Carrier"/>
          <p:cNvSpPr txBox="1"/>
          <p:nvPr>
            <p:ph type="body" idx="6"/>
          </p:nvPr>
        </p:nvSpPr>
        <p:spPr>
          <a:xfrm>
            <a:off x="10981652" y="6259192"/>
            <a:ext cx="710941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21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rcRect l="0" t="33648" r="0" b="33648"/>
          <a:stretch>
            <a:fillRect/>
          </a:stretch>
        </p:blipFill>
        <p:spPr>
          <a:xfrm>
            <a:off x="7510939" y="5357432"/>
            <a:ext cx="4681061" cy="1500568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514350" y="447675"/>
            <a:ext cx="7362825" cy="5981700"/>
          </a:xfrm>
          <a:prstGeom prst="roundRect">
            <a:avLst>
              <a:gd name="adj" fmla="val 1592"/>
            </a:avLst>
          </a:prstGeom>
          <a:solidFill>
            <a:srgbClr val="F9F7FC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362075" y="2067544"/>
            <a:ext cx="1245450" cy="2977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530" b="1" dirty="0">
                <a:solidFill>
                  <a:srgbClr val="8958F4"/>
                </a:solidFill>
                <a:latin typeface="Montserrat Bold"/>
                <a:ea typeface="Montserrat Bold"/>
                <a:cs typeface="Montserrat Bold"/>
              </a:rPr>
              <a:t>“</a:t>
            </a:r>
          </a:p>
        </p:txBody>
      </p:sp>
      <p:sp>
        <p:nvSpPr>
          <p:cNvPr id="6" name="presenton-testimonial_body-slot-3 Placeholder Carrier"/>
          <p:cNvSpPr txBox="1"/>
          <p:nvPr>
            <p:ph type="body" idx="3"/>
          </p:nvPr>
        </p:nvSpPr>
        <p:spPr>
          <a:xfrm>
            <a:off x="1405479" y="3640450"/>
            <a:ext cx="1115484" cy="312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pic>
        <p:nvPicPr>
          <p:cNvPr id="7" name="presenton-image-slot-37 Placeholder Carrier"/>
          <p:cNvPicPr>
            <a:picLocks noChangeAspect="1"/>
          </p:cNvPicPr>
          <p:nvPr>
            <p:ph type="pic" idx="4"/>
          </p:nvPr>
        </p:nvPicPr>
        <p:blipFill>
          <a:blip r:embed="rId3"/>
          <a:srcRect l="12500" t="0" r="12500" b="0"/>
          <a:stretch>
            <a:fillRect/>
          </a:stretch>
        </p:blipFill>
        <p:spPr>
          <a:xfrm>
            <a:off x="7140416" y="1157192"/>
            <a:ext cx="4543711" cy="4543711"/>
          </a:xfrm>
          <a:prstGeom prst="rect">
            <a:avLst/>
          </a:prstGeom>
        </p:spPr>
      </p:pic>
      <p:sp>
        <p:nvSpPr>
          <p:cNvPr id="8" name="presenton-pagination_text-slot-5 Placeholder Carrier"/>
          <p:cNvSpPr txBox="1"/>
          <p:nvPr>
            <p:ph type="body" idx="5"/>
          </p:nvPr>
        </p:nvSpPr>
        <p:spPr>
          <a:xfrm>
            <a:off x="10978604" y="6262716"/>
            <a:ext cx="710941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22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/>
          <p:nvPr/>
        </p:nvSpPr>
        <p:spPr>
          <a:xfrm>
            <a:off x="0" y="0"/>
            <a:ext cx="1619250" cy="6858000"/>
          </a:xfrm>
          <a:prstGeom prst="rect">
            <a:avLst/>
          </a:prstGeom>
          <a:solidFill>
            <a:srgbClr val="F4F0FF">
              <a:alpha val="28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8001000" y="6191250"/>
            <a:ext cx="4191000" cy="666750"/>
          </a:xfrm>
          <a:prstGeom prst="rect">
            <a:avLst/>
          </a:prstGeom>
          <a:solidFill>
            <a:srgbClr val="F4F0FF">
              <a:alpha val="18000"/>
            </a:srgbClr>
          </a:solidFill>
          <a:ln>
            <a:noFill/>
          </a:ln>
        </p:spPr>
      </p:sp>
      <p:sp>
        <p:nvSpPr>
          <p:cNvPr id="5" name="presenton-headline_text-slot-1 Placeholder Carrier"/>
          <p:cNvSpPr txBox="1"/>
          <p:nvPr>
            <p:ph type="title" idx="1"/>
          </p:nvPr>
        </p:nvSpPr>
        <p:spPr>
          <a:xfrm>
            <a:off x="488918" y="568914"/>
            <a:ext cx="2986308" cy="8190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2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6" name="presenton-supporting_paragraph-slot-2 Placeholder Carrier"/>
          <p:cNvSpPr txBox="1"/>
          <p:nvPr>
            <p:ph type="body" idx="2"/>
          </p:nvPr>
        </p:nvSpPr>
        <p:spPr>
          <a:xfrm>
            <a:off x="501194" y="1961740"/>
            <a:ext cx="927284" cy="2608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33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pic>
        <p:nvPicPr>
          <p:cNvPr id="7" name="presenton-image-slot-38 Placeholder Carrier"/>
          <p:cNvPicPr>
            <a:picLocks noChangeAspect="1"/>
          </p:cNvPicPr>
          <p:nvPr>
            <p:ph type="pic" idx="3"/>
          </p:nvPr>
        </p:nvPicPr>
        <p:blipFill>
          <a:blip r:embed="rId2"/>
          <a:srcRect l="16511" t="0" r="16511" b="0"/>
          <a:stretch>
            <a:fillRect/>
          </a:stretch>
        </p:blipFill>
        <p:spPr>
          <a:xfrm>
            <a:off x="6512719" y="444532"/>
            <a:ext cx="5190458" cy="5812155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1099325" y="6262716"/>
            <a:ext cx="348284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7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</a:rPr>
              <a:t>Page</a:t>
            </a:r>
          </a:p>
        </p:txBody>
      </p:sp>
      <p:sp>
        <p:nvSpPr>
          <p:cNvPr id="9" name="presenton-footer_value-slot-5 Placeholder Carrier"/>
          <p:cNvSpPr txBox="1"/>
          <p:nvPr>
            <p:ph type="body" idx="5"/>
          </p:nvPr>
        </p:nvSpPr>
        <p:spPr>
          <a:xfrm>
            <a:off x="10978604" y="6262716"/>
            <a:ext cx="710941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23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esenton-slide_heading-slot-1 Placeholder Carrier"/>
          <p:cNvSpPr txBox="1"/>
          <p:nvPr>
            <p:ph type="title" idx="1"/>
          </p:nvPr>
        </p:nvSpPr>
        <p:spPr>
          <a:xfrm>
            <a:off x="488918" y="568914"/>
            <a:ext cx="2986308" cy="8190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2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4" name="Rectangle 4"/>
          <p:cNvSpPr/>
          <p:nvPr/>
        </p:nvSpPr>
        <p:spPr>
          <a:xfrm>
            <a:off x="336328" y="3104388"/>
            <a:ext cx="2550414" cy="1972723"/>
          </a:xfrm>
          <a:prstGeom prst="roundRect">
            <a:avLst>
              <a:gd name="adj" fmla="val 7725"/>
            </a:avLst>
          </a:prstGeom>
          <a:solidFill>
            <a:srgbClr val="FBFAFF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336328" y="5077111"/>
            <a:ext cx="2550414" cy="1456277"/>
          </a:xfrm>
          <a:prstGeom prst="rect">
            <a:avLst/>
          </a:prstGeom>
          <a:solidFill>
            <a:srgbClr val="F0EBFB"/>
          </a:solidFill>
          <a:ln>
            <a:noFill/>
          </a:ln>
        </p:spPr>
      </p:sp>
      <p:pic>
        <p:nvPicPr>
          <p:cNvPr id="6" name="presenton-image-slot-39 Placeholder Carrier"/>
          <p:cNvPicPr>
            <a:picLocks noChangeAspect="1"/>
          </p:cNvPicPr>
          <p:nvPr>
            <p:ph type="pic" idx="2"/>
          </p:nvPr>
        </p:nvPicPr>
        <p:blipFill>
          <a:blip r:embed="rId2"/>
          <a:srcRect l="12500" t="0" r="12500" b="0"/>
          <a:stretch>
            <a:fillRect/>
          </a:stretch>
        </p:blipFill>
        <p:spPr>
          <a:xfrm>
            <a:off x="598265" y="2088547"/>
            <a:ext cx="2031682" cy="2031682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558664" y="4862703"/>
            <a:ext cx="985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E8E6EF"/>
                </a:solidFill>
                <a:latin typeface="DM Sans Bold"/>
                <a:ea typeface="DM Sans Bold"/>
                <a:cs typeface="DM Sans Bold"/>
              </a:rPr>
              <a:t>≡</a:t>
            </a:r>
          </a:p>
        </p:txBody>
      </p:sp>
      <p:sp>
        <p:nvSpPr>
          <p:cNvPr id="8" name="presenton-profile_name-slot-4 Placeholder Carrier"/>
          <p:cNvSpPr txBox="1"/>
          <p:nvPr>
            <p:ph type="body" idx="4"/>
          </p:nvPr>
        </p:nvSpPr>
        <p:spPr>
          <a:xfrm>
            <a:off x="1157084" y="5255200"/>
            <a:ext cx="927284" cy="2608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33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9" name="presenton-profile_role-slot-5 Placeholder Carrier"/>
          <p:cNvSpPr txBox="1"/>
          <p:nvPr>
            <p:ph type="body" idx="5"/>
          </p:nvPr>
        </p:nvSpPr>
        <p:spPr>
          <a:xfrm>
            <a:off x="1360481" y="5546560"/>
            <a:ext cx="618028" cy="182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099325" y="6262716"/>
            <a:ext cx="348284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7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</a:rPr>
              <a:t>Page</a:t>
            </a:r>
          </a:p>
        </p:txBody>
      </p:sp>
      <p:sp>
        <p:nvSpPr>
          <p:cNvPr id="11" name="presenton-footer_value-slot-7 Placeholder Carrier"/>
          <p:cNvSpPr txBox="1"/>
          <p:nvPr>
            <p:ph type="body" idx="7"/>
          </p:nvPr>
        </p:nvSpPr>
        <p:spPr>
          <a:xfrm>
            <a:off x="10978604" y="6262716"/>
            <a:ext cx="710941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24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/>
          <p:nvPr/>
        </p:nvSpPr>
        <p:spPr>
          <a:xfrm>
            <a:off x="-8414480" y="3530346"/>
            <a:ext cx="10220801" cy="9910191"/>
          </a:xfrm>
          <a:prstGeom prst="rect">
            <a:avLst/>
          </a:prstGeom>
          <a:noFill/>
          <a:ln>
            <a:noFill/>
          </a:ln>
        </p:spPr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rcRect l="0" t="34654" r="0" b="34653"/>
          <a:stretch>
            <a:fillRect/>
          </a:stretch>
        </p:blipFill>
        <p:spPr>
          <a:xfrm>
            <a:off x="0" y="3942016"/>
            <a:ext cx="9692354" cy="2915984"/>
          </a:xfrm>
          <a:prstGeom prst="rect">
            <a:avLst/>
          </a:prstGeom>
        </p:spPr>
      </p:pic>
      <p:pic>
        <p:nvPicPr>
          <p:cNvPr id="5" name="Image 5"/>
          <p:cNvPicPr>
            <a:picLocks noChangeAspect="1"/>
          </p:cNvPicPr>
          <p:nvPr/>
        </p:nvPicPr>
        <p:blipFill>
          <a:blip r:embed="rId3"/>
          <a:srcRect l="0" t="32486" r="0" b="32487"/>
          <a:stretch>
            <a:fillRect/>
          </a:stretch>
        </p:blipFill>
        <p:spPr>
          <a:xfrm>
            <a:off x="0" y="3530346"/>
            <a:ext cx="9692354" cy="3327654"/>
          </a:xfrm>
          <a:prstGeom prst="rect">
            <a:avLst/>
          </a:prstGeom>
        </p:spPr>
      </p:pic>
      <p:sp>
        <p:nvSpPr>
          <p:cNvPr id="6" name="Rectangle 6"/>
          <p:cNvSpPr/>
          <p:nvPr/>
        </p:nvSpPr>
        <p:spPr>
          <a:xfrm>
            <a:off x="8861298" y="5373434"/>
            <a:ext cx="10220801" cy="9910191"/>
          </a:xfrm>
          <a:prstGeom prst="rect">
            <a:avLst/>
          </a:prstGeom>
          <a:noFill/>
          <a:ln>
            <a:noFill/>
          </a:ln>
        </p:spPr>
      </p:sp>
      <p:pic>
        <p:nvPicPr>
          <p:cNvPr id="7" name="Image 7"/>
          <p:cNvPicPr>
            <a:picLocks noChangeAspect="1"/>
          </p:cNvPicPr>
          <p:nvPr/>
        </p:nvPicPr>
        <p:blipFill>
          <a:blip r:embed="rId4"/>
          <a:srcRect l="0" t="30470" r="0" b="30469"/>
          <a:stretch>
            <a:fillRect/>
          </a:stretch>
        </p:blipFill>
        <p:spPr>
          <a:xfrm>
            <a:off x="9389745" y="5785104"/>
            <a:ext cx="2802255" cy="1072896"/>
          </a:xfrm>
          <a:prstGeom prst="rect">
            <a:avLst/>
          </a:prstGeom>
        </p:spPr>
      </p:pic>
      <p:pic>
        <p:nvPicPr>
          <p:cNvPr id="8" name="Image 8"/>
          <p:cNvPicPr>
            <a:picLocks noChangeAspect="1"/>
          </p:cNvPicPr>
          <p:nvPr/>
        </p:nvPicPr>
        <p:blipFill>
          <a:blip r:embed="rId5"/>
          <a:srcRect l="0" t="27264" r="0" b="27263"/>
          <a:stretch>
            <a:fillRect/>
          </a:stretch>
        </p:blipFill>
        <p:spPr>
          <a:xfrm>
            <a:off x="8861298" y="5373434"/>
            <a:ext cx="3330702" cy="1484567"/>
          </a:xfrm>
          <a:prstGeom prst="rect">
            <a:avLst/>
          </a:prstGeom>
        </p:spPr>
      </p:pic>
      <p:sp>
        <p:nvSpPr>
          <p:cNvPr id="9" name="presenton-main_headline-slot-5 Placeholder Carrier"/>
          <p:cNvSpPr txBox="1"/>
          <p:nvPr>
            <p:ph type="title" idx="5"/>
          </p:nvPr>
        </p:nvSpPr>
        <p:spPr>
          <a:xfrm>
            <a:off x="4602893" y="568914"/>
            <a:ext cx="2986308" cy="8190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42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10" name="presenton-supporting_subtitle-slot-6 Placeholder Carrier"/>
          <p:cNvSpPr txBox="1"/>
          <p:nvPr>
            <p:ph type="title" idx="6"/>
          </p:nvPr>
        </p:nvSpPr>
        <p:spPr>
          <a:xfrm>
            <a:off x="5633332" y="1833439"/>
            <a:ext cx="947148" cy="2608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3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11" name="presenton-section_title-slot-7 Placeholder Carrier"/>
          <p:cNvSpPr txBox="1"/>
          <p:nvPr>
            <p:ph type="title" idx="7"/>
          </p:nvPr>
        </p:nvSpPr>
        <p:spPr>
          <a:xfrm>
            <a:off x="772849" y="2744267"/>
            <a:ext cx="1331613" cy="36495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87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12" name="presenton-section_description-slot-8 Placeholder Carrier"/>
          <p:cNvSpPr txBox="1"/>
          <p:nvPr>
            <p:ph type="body" idx="8"/>
          </p:nvPr>
        </p:nvSpPr>
        <p:spPr>
          <a:xfrm>
            <a:off x="930333" y="3128610"/>
            <a:ext cx="745946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07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3" name="presenton-section_title-slot-9 Placeholder Carrier"/>
          <p:cNvSpPr txBox="1"/>
          <p:nvPr>
            <p:ph type="title" idx="9"/>
          </p:nvPr>
        </p:nvSpPr>
        <p:spPr>
          <a:xfrm>
            <a:off x="2831107" y="2732265"/>
            <a:ext cx="1331613" cy="36495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87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14" name="presenton-section_description-slot-10 Placeholder Carrier"/>
          <p:cNvSpPr txBox="1"/>
          <p:nvPr>
            <p:ph type="body" idx="10"/>
          </p:nvPr>
        </p:nvSpPr>
        <p:spPr>
          <a:xfrm>
            <a:off x="3123940" y="3116609"/>
            <a:ext cx="745946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07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5" name="presenton-section_title-slot-11 Placeholder Carrier"/>
          <p:cNvSpPr txBox="1"/>
          <p:nvPr>
            <p:ph type="title" idx="11"/>
          </p:nvPr>
        </p:nvSpPr>
        <p:spPr>
          <a:xfrm>
            <a:off x="5129489" y="2732265"/>
            <a:ext cx="1331613" cy="36495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87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16" name="presenton-section_description-slot-12 Placeholder Carrier"/>
          <p:cNvSpPr txBox="1"/>
          <p:nvPr>
            <p:ph type="body" idx="12"/>
          </p:nvPr>
        </p:nvSpPr>
        <p:spPr>
          <a:xfrm>
            <a:off x="5422323" y="3116609"/>
            <a:ext cx="745946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07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7" name="presenton-section_title-slot-13 Placeholder Carrier"/>
          <p:cNvSpPr txBox="1"/>
          <p:nvPr>
            <p:ph type="title" idx="13"/>
          </p:nvPr>
        </p:nvSpPr>
        <p:spPr>
          <a:xfrm>
            <a:off x="7427872" y="2732265"/>
            <a:ext cx="1331613" cy="36495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87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18" name="presenton-section_description-slot-14 Placeholder Carrier"/>
          <p:cNvSpPr txBox="1"/>
          <p:nvPr>
            <p:ph type="body" idx="14"/>
          </p:nvPr>
        </p:nvSpPr>
        <p:spPr>
          <a:xfrm>
            <a:off x="7720705" y="3116609"/>
            <a:ext cx="745946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07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9" name="presenton-section_title-slot-15 Placeholder Carrier"/>
          <p:cNvSpPr txBox="1"/>
          <p:nvPr>
            <p:ph type="title" idx="15"/>
          </p:nvPr>
        </p:nvSpPr>
        <p:spPr>
          <a:xfrm>
            <a:off x="9692917" y="2744267"/>
            <a:ext cx="1331613" cy="36495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87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20" name="presenton-section_description-slot-16 Placeholder Carrier"/>
          <p:cNvSpPr txBox="1"/>
          <p:nvPr>
            <p:ph type="body" idx="16"/>
          </p:nvPr>
        </p:nvSpPr>
        <p:spPr>
          <a:xfrm>
            <a:off x="9990513" y="3128610"/>
            <a:ext cx="745946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07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21" name="Line 21"/>
          <p:cNvSpPr/>
          <p:nvPr/>
        </p:nvSpPr>
        <p:spPr>
          <a:xfrm>
            <a:off x="1157478" y="4132231"/>
            <a:ext cx="9525" cy="1730978"/>
          </a:xfrm>
          <a:custGeom>
            <a:avLst/>
            <a:gdLst/>
            <a:ahLst/>
            <a:cxnLst/>
            <a:rect l="l" t="t" r="r" b="b"/>
            <a:pathLst>
              <a:path w="9525" h="1730978">
                <a:moveTo>
                  <a:pt x="0" y="0"/>
                </a:moveTo>
                <a:lnTo>
                  <a:pt x="0" y="1730978"/>
                </a:lnTo>
              </a:path>
            </a:pathLst>
          </a:custGeom>
          <a:noFill/>
          <a:ln w="31718">
            <a:solidFill>
              <a:srgbClr val="9081C8"/>
            </a:solidFill>
          </a:ln>
        </p:spPr>
      </p:sp>
      <p:sp>
        <p:nvSpPr>
          <p:cNvPr id="22" name="Line 22"/>
          <p:cNvSpPr/>
          <p:nvPr/>
        </p:nvSpPr>
        <p:spPr>
          <a:xfrm>
            <a:off x="3294126" y="4132231"/>
            <a:ext cx="9525" cy="1260824"/>
          </a:xfrm>
          <a:custGeom>
            <a:avLst/>
            <a:gdLst/>
            <a:ahLst/>
            <a:cxnLst/>
            <a:rect l="l" t="t" r="r" b="b"/>
            <a:pathLst>
              <a:path w="9525" h="1260824">
                <a:moveTo>
                  <a:pt x="0" y="0"/>
                </a:moveTo>
                <a:lnTo>
                  <a:pt x="0" y="1260824"/>
                </a:lnTo>
              </a:path>
            </a:pathLst>
          </a:custGeom>
          <a:noFill/>
          <a:ln w="31718">
            <a:solidFill>
              <a:srgbClr val="9081C8"/>
            </a:solidFill>
          </a:ln>
        </p:spPr>
      </p:sp>
      <p:sp>
        <p:nvSpPr>
          <p:cNvPr id="23" name="Line 23"/>
          <p:cNvSpPr/>
          <p:nvPr/>
        </p:nvSpPr>
        <p:spPr>
          <a:xfrm>
            <a:off x="5664898" y="4132231"/>
            <a:ext cx="9525" cy="1046607"/>
          </a:xfrm>
          <a:custGeom>
            <a:avLst/>
            <a:gdLst/>
            <a:ahLst/>
            <a:cxnLst/>
            <a:rect l="l" t="t" r="r" b="b"/>
            <a:pathLst>
              <a:path w="9525" h="1046607">
                <a:moveTo>
                  <a:pt x="0" y="0"/>
                </a:moveTo>
                <a:lnTo>
                  <a:pt x="0" y="1046607"/>
                </a:lnTo>
              </a:path>
            </a:pathLst>
          </a:custGeom>
          <a:noFill/>
          <a:ln w="31718">
            <a:solidFill>
              <a:srgbClr val="9081C8"/>
            </a:solidFill>
          </a:ln>
        </p:spPr>
      </p:sp>
      <p:sp>
        <p:nvSpPr>
          <p:cNvPr id="24" name="Line 24"/>
          <p:cNvSpPr/>
          <p:nvPr/>
        </p:nvSpPr>
        <p:spPr>
          <a:xfrm>
            <a:off x="8184261" y="4132231"/>
            <a:ext cx="9525" cy="1133761"/>
          </a:xfrm>
          <a:custGeom>
            <a:avLst/>
            <a:gdLst/>
            <a:ahLst/>
            <a:cxnLst/>
            <a:rect l="l" t="t" r="r" b="b"/>
            <a:pathLst>
              <a:path w="9525" h="1133761">
                <a:moveTo>
                  <a:pt x="0" y="0"/>
                </a:moveTo>
                <a:lnTo>
                  <a:pt x="0" y="1133761"/>
                </a:lnTo>
              </a:path>
            </a:pathLst>
          </a:custGeom>
          <a:noFill/>
          <a:ln w="31718">
            <a:solidFill>
              <a:srgbClr val="9081C8"/>
            </a:solidFill>
          </a:ln>
        </p:spPr>
      </p:sp>
      <p:sp>
        <p:nvSpPr>
          <p:cNvPr id="25" name="Line 25"/>
          <p:cNvSpPr/>
          <p:nvPr/>
        </p:nvSpPr>
        <p:spPr>
          <a:xfrm>
            <a:off x="10688955" y="4132231"/>
            <a:ext cx="9525" cy="1730978"/>
          </a:xfrm>
          <a:custGeom>
            <a:avLst/>
            <a:gdLst/>
            <a:ahLst/>
            <a:cxnLst/>
            <a:rect l="l" t="t" r="r" b="b"/>
            <a:pathLst>
              <a:path w="9525" h="1730978">
                <a:moveTo>
                  <a:pt x="0" y="0"/>
                </a:moveTo>
                <a:lnTo>
                  <a:pt x="0" y="1730978"/>
                </a:lnTo>
              </a:path>
            </a:pathLst>
          </a:custGeom>
          <a:noFill/>
          <a:ln w="31718">
            <a:solidFill>
              <a:srgbClr val="9081C8"/>
            </a:solidFill>
          </a:ln>
        </p:spPr>
      </p:sp>
      <p:sp>
        <p:nvSpPr>
          <p:cNvPr id="26" name="Polygon 26"/>
          <p:cNvSpPr/>
          <p:nvPr/>
        </p:nvSpPr>
        <p:spPr>
          <a:xfrm>
            <a:off x="1157478" y="5061680"/>
            <a:ext cx="9531477" cy="801529"/>
          </a:xfrm>
          <a:custGeom>
            <a:avLst/>
            <a:gdLst/>
            <a:ahLst/>
            <a:cxnLst/>
            <a:rect l="l" t="t" r="r" b="b"/>
            <a:pathLst>
              <a:path w="9531477" h="801529">
                <a:moveTo>
                  <a:pt x="0" y="801529"/>
                </a:moveTo>
                <a:lnTo>
                  <a:pt x="2136648" y="260985"/>
                </a:lnTo>
                <a:lnTo>
                  <a:pt x="4507420" y="0"/>
                </a:lnTo>
                <a:lnTo>
                  <a:pt x="7026783" y="147638"/>
                </a:lnTo>
                <a:lnTo>
                  <a:pt x="9531477" y="686562"/>
                </a:lnTo>
                <a:close/>
              </a:path>
            </a:pathLst>
          </a:custGeom>
          <a:noFill/>
          <a:ln w="25432">
            <a:solidFill>
              <a:srgbClr val="9081C8">
                <a:alpha val="0"/>
              </a:srgbClr>
            </a:solidFill>
          </a:ln>
        </p:spPr>
      </p:sp>
      <p:sp>
        <p:nvSpPr>
          <p:cNvPr id="27" name="Line 27"/>
          <p:cNvSpPr/>
          <p:nvPr/>
        </p:nvSpPr>
        <p:spPr>
          <a:xfrm>
            <a:off x="1033653" y="5739384"/>
            <a:ext cx="247650" cy="247650"/>
          </a:xfrm>
          <a:custGeom>
            <a:avLst/>
            <a:gdLst/>
            <a:ahLst/>
            <a:cxnLst/>
            <a:rect l="l" t="t" r="r" b="b"/>
            <a:pathLst>
              <a:path w="247650" h="247650">
                <a:moveTo>
                  <a:pt x="0" y="0"/>
                </a:moveTo>
                <a:lnTo>
                  <a:pt x="247650" y="247650"/>
                </a:lnTo>
              </a:path>
            </a:pathLst>
          </a:custGeom>
          <a:noFill/>
          <a:ln w="38100">
            <a:solidFill>
              <a:srgbClr val="9081C8"/>
            </a:solidFill>
          </a:ln>
        </p:spPr>
      </p:sp>
      <p:sp>
        <p:nvSpPr>
          <p:cNvPr id="28" name="Line 28"/>
          <p:cNvSpPr/>
          <p:nvPr/>
        </p:nvSpPr>
        <p:spPr>
          <a:xfrm>
            <a:off x="3170301" y="5198840"/>
            <a:ext cx="247650" cy="247650"/>
          </a:xfrm>
          <a:custGeom>
            <a:avLst/>
            <a:gdLst/>
            <a:ahLst/>
            <a:cxnLst/>
            <a:rect l="l" t="t" r="r" b="b"/>
            <a:pathLst>
              <a:path w="247650" h="247650">
                <a:moveTo>
                  <a:pt x="0" y="0"/>
                </a:moveTo>
                <a:lnTo>
                  <a:pt x="247650" y="247650"/>
                </a:lnTo>
              </a:path>
            </a:pathLst>
          </a:custGeom>
          <a:noFill/>
          <a:ln w="38100">
            <a:solidFill>
              <a:srgbClr val="9081C8"/>
            </a:solidFill>
          </a:ln>
        </p:spPr>
      </p:sp>
      <p:sp>
        <p:nvSpPr>
          <p:cNvPr id="29" name="Line 29"/>
          <p:cNvSpPr/>
          <p:nvPr/>
        </p:nvSpPr>
        <p:spPr>
          <a:xfrm>
            <a:off x="5541074" y="4937855"/>
            <a:ext cx="247650" cy="247650"/>
          </a:xfrm>
          <a:custGeom>
            <a:avLst/>
            <a:gdLst/>
            <a:ahLst/>
            <a:cxnLst/>
            <a:rect l="l" t="t" r="r" b="b"/>
            <a:pathLst>
              <a:path w="247650" h="247650">
                <a:moveTo>
                  <a:pt x="0" y="0"/>
                </a:moveTo>
                <a:lnTo>
                  <a:pt x="247650" y="247650"/>
                </a:lnTo>
              </a:path>
            </a:pathLst>
          </a:custGeom>
          <a:noFill/>
          <a:ln w="38100">
            <a:solidFill>
              <a:srgbClr val="9081C8"/>
            </a:solidFill>
          </a:ln>
        </p:spPr>
      </p:sp>
      <p:sp>
        <p:nvSpPr>
          <p:cNvPr id="30" name="Line 30"/>
          <p:cNvSpPr/>
          <p:nvPr/>
        </p:nvSpPr>
        <p:spPr>
          <a:xfrm>
            <a:off x="8060436" y="5085493"/>
            <a:ext cx="247650" cy="247650"/>
          </a:xfrm>
          <a:custGeom>
            <a:avLst/>
            <a:gdLst/>
            <a:ahLst/>
            <a:cxnLst/>
            <a:rect l="l" t="t" r="r" b="b"/>
            <a:pathLst>
              <a:path w="247650" h="247650">
                <a:moveTo>
                  <a:pt x="0" y="0"/>
                </a:moveTo>
                <a:lnTo>
                  <a:pt x="247650" y="247650"/>
                </a:lnTo>
              </a:path>
            </a:pathLst>
          </a:custGeom>
          <a:noFill/>
          <a:ln w="38100">
            <a:solidFill>
              <a:srgbClr val="9081C8"/>
            </a:solidFill>
          </a:ln>
        </p:spPr>
      </p:sp>
      <p:sp>
        <p:nvSpPr>
          <p:cNvPr id="31" name="Line 31"/>
          <p:cNvSpPr/>
          <p:nvPr/>
        </p:nvSpPr>
        <p:spPr>
          <a:xfrm>
            <a:off x="10565130" y="5624417"/>
            <a:ext cx="247650" cy="247650"/>
          </a:xfrm>
          <a:custGeom>
            <a:avLst/>
            <a:gdLst/>
            <a:ahLst/>
            <a:cxnLst/>
            <a:rect l="l" t="t" r="r" b="b"/>
            <a:pathLst>
              <a:path w="247650" h="247650">
                <a:moveTo>
                  <a:pt x="0" y="0"/>
                </a:moveTo>
                <a:lnTo>
                  <a:pt x="247650" y="247650"/>
                </a:lnTo>
              </a:path>
            </a:pathLst>
          </a:custGeom>
          <a:noFill/>
          <a:ln w="38100">
            <a:solidFill>
              <a:srgbClr val="9081C8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11099325" y="6262716"/>
            <a:ext cx="348284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7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</a:rPr>
              <a:t>Page</a:t>
            </a:r>
          </a:p>
        </p:txBody>
      </p:sp>
      <p:sp>
        <p:nvSpPr>
          <p:cNvPr id="33" name="presenton-footer_number-slot-18 Placeholder Carrier"/>
          <p:cNvSpPr txBox="1"/>
          <p:nvPr>
            <p:ph type="body" idx="18"/>
          </p:nvPr>
        </p:nvSpPr>
        <p:spPr>
          <a:xfrm>
            <a:off x="10978604" y="6262716"/>
            <a:ext cx="710941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25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esenton-headline-slot-1 Placeholder Carrier"/>
          <p:cNvSpPr txBox="1"/>
          <p:nvPr>
            <p:ph type="title" idx="1"/>
          </p:nvPr>
        </p:nvSpPr>
        <p:spPr>
          <a:xfrm>
            <a:off x="488918" y="561022"/>
            <a:ext cx="2986308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2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4" name="presenton-intro_description-slot-2 Placeholder Carrier"/>
          <p:cNvSpPr txBox="1"/>
          <p:nvPr>
            <p:ph type="body" idx="2"/>
          </p:nvPr>
        </p:nvSpPr>
        <p:spPr>
          <a:xfrm>
            <a:off x="501110" y="1283018"/>
            <a:ext cx="94119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5" name="Rectangle 5"/>
          <p:cNvSpPr/>
          <p:nvPr/>
        </p:nvSpPr>
        <p:spPr>
          <a:xfrm>
            <a:off x="5559552" y="-138589"/>
            <a:ext cx="3276600" cy="3429000"/>
          </a:xfrm>
          <a:prstGeom prst="rect">
            <a:avLst/>
          </a:prstGeom>
          <a:solidFill>
            <a:srgbClr val="F8F6FC"/>
          </a:solidFill>
          <a:ln>
            <a:noFill/>
          </a:ln>
        </p:spPr>
      </p:sp>
      <p:sp>
        <p:nvSpPr>
          <p:cNvPr id="6" name="presenton-plan_name-slot-3 Placeholder Carrier"/>
          <p:cNvSpPr txBox="1"/>
          <p:nvPr>
            <p:ph type="body" idx="3"/>
          </p:nvPr>
        </p:nvSpPr>
        <p:spPr>
          <a:xfrm>
            <a:off x="6140577" y="506730"/>
            <a:ext cx="1310646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880" b="1" dirty="0">
                <a:solidFill>
                  <a:srgbClr val="8958F4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7" name="presenton-plan_price-slot-4 Placeholder Carrier"/>
          <p:cNvSpPr txBox="1"/>
          <p:nvPr>
            <p:ph type="body" idx="4"/>
          </p:nvPr>
        </p:nvSpPr>
        <p:spPr>
          <a:xfrm>
            <a:off x="6131433" y="1036320"/>
            <a:ext cx="2565569" cy="7187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3680" b="1" dirty="0">
                <a:solidFill>
                  <a:srgbClr val="8958F4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8" name="Rectangle 8"/>
          <p:cNvSpPr/>
          <p:nvPr/>
        </p:nvSpPr>
        <p:spPr>
          <a:xfrm>
            <a:off x="11955399" y="-245840"/>
            <a:ext cx="3276600" cy="3515582"/>
          </a:xfrm>
          <a:prstGeom prst="rect">
            <a:avLst/>
          </a:prstGeom>
          <a:solidFill>
            <a:srgbClr val="F0EEF7"/>
          </a:solidFill>
          <a:ln>
            <a:noFill/>
          </a:ln>
        </p:spPr>
      </p:sp>
      <p:sp>
        <p:nvSpPr>
          <p:cNvPr id="9" name="presenton-plan_name-slot-5 Placeholder Carrier"/>
          <p:cNvSpPr txBox="1"/>
          <p:nvPr>
            <p:ph type="body" idx="5"/>
          </p:nvPr>
        </p:nvSpPr>
        <p:spPr>
          <a:xfrm>
            <a:off x="12172950" y="496824"/>
            <a:ext cx="9525" cy="3667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 marL="0" indent="0">
              <a:buNone/>
            </a:pPr>
            <a:r>
              <a:rPr lang="en-US" sz="1880" b="1" dirty="0">
                <a:solidFill>
                  <a:srgbClr val="8958F4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0" name="presenton-plan_price-slot-6 Placeholder Carrier"/>
          <p:cNvSpPr txBox="1"/>
          <p:nvPr>
            <p:ph type="body" idx="6"/>
          </p:nvPr>
        </p:nvSpPr>
        <p:spPr>
          <a:xfrm>
            <a:off x="12163806" y="1026414"/>
            <a:ext cx="9525" cy="7187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 marL="0" indent="0">
              <a:buNone/>
            </a:pPr>
            <a:r>
              <a:rPr lang="en-US" sz="3680" b="1" dirty="0">
                <a:solidFill>
                  <a:srgbClr val="8958F4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1" name="presenton-page_marker-slot-7 Placeholder Carrier"/>
          <p:cNvSpPr txBox="1"/>
          <p:nvPr>
            <p:ph type="body" idx="7"/>
          </p:nvPr>
        </p:nvSpPr>
        <p:spPr>
          <a:xfrm>
            <a:off x="10997728" y="6249638"/>
            <a:ext cx="704383" cy="20829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-US" sz="106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26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rcRect l="0" t="39845" r="0" b="39845"/>
          <a:stretch>
            <a:fillRect/>
          </a:stretch>
        </p:blipFill>
        <p:spPr>
          <a:xfrm>
            <a:off x="6660070" y="5756720"/>
            <a:ext cx="5531930" cy="1101280"/>
          </a:xfrm>
          <a:prstGeom prst="rect">
            <a:avLst/>
          </a:prstGeom>
        </p:spPr>
      </p:pic>
      <p:pic>
        <p:nvPicPr>
          <p:cNvPr id="4" name="Image 4"/>
          <p:cNvPicPr>
            <a:picLocks noChangeAspect="1"/>
          </p:cNvPicPr>
          <p:nvPr/>
        </p:nvPicPr>
        <p:blipFill>
          <a:blip r:embed="rId3"/>
          <a:srcRect l="0" t="13906" r="0" b="13907"/>
          <a:stretch>
            <a:fillRect/>
          </a:stretch>
        </p:blipFill>
        <p:spPr>
          <a:xfrm>
            <a:off x="0" y="0"/>
            <a:ext cx="9692354" cy="6858000"/>
          </a:xfrm>
          <a:prstGeom prst="rect">
            <a:avLst/>
          </a:prstGeom>
        </p:spPr>
      </p:pic>
      <p:sp>
        <p:nvSpPr>
          <p:cNvPr id="5" name="presenton-main_heading-slot-3 Placeholder Carrier"/>
          <p:cNvSpPr txBox="1"/>
          <p:nvPr>
            <p:ph type="title" idx="3"/>
          </p:nvPr>
        </p:nvSpPr>
        <p:spPr>
          <a:xfrm>
            <a:off x="488918" y="2384870"/>
            <a:ext cx="2719566" cy="747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82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6" name="presenton-supporting_summary-slot-4 Placeholder Carrier"/>
          <p:cNvSpPr txBox="1"/>
          <p:nvPr>
            <p:ph type="body" idx="4"/>
          </p:nvPr>
        </p:nvSpPr>
        <p:spPr>
          <a:xfrm>
            <a:off x="501194" y="4163920"/>
            <a:ext cx="927284" cy="2608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33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7" name="Rectangle 7"/>
          <p:cNvSpPr/>
          <p:nvPr/>
        </p:nvSpPr>
        <p:spPr>
          <a:xfrm>
            <a:off x="5938838" y="452438"/>
            <a:ext cx="5743575" cy="1057275"/>
          </a:xfrm>
          <a:prstGeom prst="roundRect">
            <a:avLst>
              <a:gd name="adj" fmla="val 49550"/>
            </a:avLst>
          </a:prstGeom>
          <a:solidFill>
            <a:srgbClr val="F7F6FB"/>
          </a:solidFill>
          <a:ln>
            <a:noFill/>
          </a:ln>
        </p:spPr>
      </p:sp>
      <p:sp>
        <p:nvSpPr>
          <p:cNvPr id="8" name="presenton-stage_label-slot-5 Placeholder Carrier"/>
          <p:cNvSpPr txBox="1"/>
          <p:nvPr>
            <p:ph type="body" idx="5"/>
          </p:nvPr>
        </p:nvSpPr>
        <p:spPr>
          <a:xfrm>
            <a:off x="6178361" y="644838"/>
            <a:ext cx="1115484" cy="312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9" name="presenton-stage_title-slot-6 Placeholder Carrier"/>
          <p:cNvSpPr txBox="1"/>
          <p:nvPr>
            <p:ph type="title" idx="6"/>
          </p:nvPr>
        </p:nvSpPr>
        <p:spPr>
          <a:xfrm>
            <a:off x="7245161" y="644838"/>
            <a:ext cx="1139381" cy="312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10" name="presenton-stage_description-slot-7 Placeholder Carrier"/>
          <p:cNvSpPr txBox="1"/>
          <p:nvPr>
            <p:ph type="body" idx="7"/>
          </p:nvPr>
        </p:nvSpPr>
        <p:spPr>
          <a:xfrm>
            <a:off x="7247870" y="968054"/>
            <a:ext cx="710941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099325" y="6262716"/>
            <a:ext cx="348284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7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</a:rPr>
              <a:t>Page</a:t>
            </a:r>
          </a:p>
        </p:txBody>
      </p:sp>
      <p:sp>
        <p:nvSpPr>
          <p:cNvPr id="12" name="presenton-footer_page_value-slot-9 Placeholder Carrier"/>
          <p:cNvSpPr txBox="1"/>
          <p:nvPr>
            <p:ph type="body" idx="9"/>
          </p:nvPr>
        </p:nvSpPr>
        <p:spPr>
          <a:xfrm>
            <a:off x="10978604" y="6262716"/>
            <a:ext cx="710941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27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rcRect l="0" t="39153" r="0" b="39153"/>
          <a:stretch>
            <a:fillRect/>
          </a:stretch>
        </p:blipFill>
        <p:spPr>
          <a:xfrm>
            <a:off x="6463951" y="5639943"/>
            <a:ext cx="5728049" cy="1218057"/>
          </a:xfrm>
          <a:prstGeom prst="rect">
            <a:avLst/>
          </a:prstGeom>
        </p:spPr>
      </p:pic>
      <p:pic>
        <p:nvPicPr>
          <p:cNvPr id="4" name="Image 4"/>
          <p:cNvPicPr>
            <a:picLocks noChangeAspect="1"/>
          </p:cNvPicPr>
          <p:nvPr/>
        </p:nvPicPr>
        <p:blipFill>
          <a:blip r:embed="rId3"/>
          <a:srcRect l="0" t="13906" r="0" b="13907"/>
          <a:stretch>
            <a:fillRect/>
          </a:stretch>
        </p:blipFill>
        <p:spPr>
          <a:xfrm>
            <a:off x="0" y="0"/>
            <a:ext cx="9692354" cy="6858000"/>
          </a:xfrm>
          <a:prstGeom prst="rect">
            <a:avLst/>
          </a:prstGeom>
        </p:spPr>
      </p:pic>
      <p:pic>
        <p:nvPicPr>
          <p:cNvPr id="5" name="presenton-image-slot-48 Placeholder Carrier"/>
          <p:cNvPicPr>
            <a:picLocks noChangeAspect="1"/>
          </p:cNvPicPr>
          <p:nvPr>
            <p:ph type="pic" idx="3"/>
          </p:nvPr>
        </p:nvPicPr>
        <p:blipFill>
          <a:blip r:embed="rId4"/>
          <a:srcRect l="17646" t="0" r="17647" b="0"/>
          <a:stretch>
            <a:fillRect/>
          </a:stretch>
        </p:blipFill>
        <p:spPr>
          <a:xfrm>
            <a:off x="507968" y="685800"/>
            <a:ext cx="4874038" cy="5649373"/>
          </a:xfrm>
          <a:prstGeom prst="rect">
            <a:avLst/>
          </a:prstGeom>
        </p:spPr>
      </p:pic>
      <p:sp>
        <p:nvSpPr>
          <p:cNvPr id="6" name="presenton-main_heading_text-slot-4 Placeholder Carrier"/>
          <p:cNvSpPr txBox="1"/>
          <p:nvPr>
            <p:ph type="title" idx="4"/>
          </p:nvPr>
        </p:nvSpPr>
        <p:spPr>
          <a:xfrm>
            <a:off x="6001893" y="2351708"/>
            <a:ext cx="2845918" cy="8190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2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7" name="presenton-supporting_description_text-slot-5 Placeholder Carrier"/>
          <p:cNvSpPr txBox="1"/>
          <p:nvPr>
            <p:ph type="body" idx="5"/>
          </p:nvPr>
        </p:nvSpPr>
        <p:spPr>
          <a:xfrm>
            <a:off x="6014169" y="3006728"/>
            <a:ext cx="927284" cy="2608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33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099325" y="6262716"/>
            <a:ext cx="348284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7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</a:rPr>
              <a:t>Page</a:t>
            </a:r>
          </a:p>
        </p:txBody>
      </p:sp>
      <p:sp>
        <p:nvSpPr>
          <p:cNvPr id="9" name="presenton-footer_value_text-slot-7 Placeholder Carrier"/>
          <p:cNvSpPr txBox="1"/>
          <p:nvPr>
            <p:ph type="body" idx="7"/>
          </p:nvPr>
        </p:nvSpPr>
        <p:spPr>
          <a:xfrm>
            <a:off x="10978604" y="6262716"/>
            <a:ext cx="710941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28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rcRect l="0" t="38633" r="0" b="38633"/>
          <a:stretch>
            <a:fillRect/>
          </a:stretch>
        </p:blipFill>
        <p:spPr>
          <a:xfrm>
            <a:off x="0" y="4698206"/>
            <a:ext cx="9692354" cy="2159794"/>
          </a:xfrm>
          <a:prstGeom prst="rect">
            <a:avLst/>
          </a:prstGeom>
        </p:spPr>
      </p:pic>
      <p:sp>
        <p:nvSpPr>
          <p:cNvPr id="4" name="presenton-main_heading-slot-2 Placeholder Carrier"/>
          <p:cNvSpPr txBox="1"/>
          <p:nvPr>
            <p:ph type="title" idx="2"/>
          </p:nvPr>
        </p:nvSpPr>
        <p:spPr>
          <a:xfrm>
            <a:off x="488918" y="568914"/>
            <a:ext cx="2845918" cy="8190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2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5" name="presenton-summary_text-slot-3 Placeholder Carrier"/>
          <p:cNvSpPr txBox="1"/>
          <p:nvPr>
            <p:ph type="body" idx="3"/>
          </p:nvPr>
        </p:nvSpPr>
        <p:spPr>
          <a:xfrm>
            <a:off x="501194" y="1788671"/>
            <a:ext cx="927284" cy="2608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33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6" name="Rectangle 6"/>
          <p:cNvSpPr/>
          <p:nvPr/>
        </p:nvSpPr>
        <p:spPr>
          <a:xfrm>
            <a:off x="6411658" y="441198"/>
            <a:ext cx="5314950" cy="634746"/>
          </a:xfrm>
          <a:prstGeom prst="roundRect">
            <a:avLst>
              <a:gd name="adj" fmla="val 48019"/>
            </a:avLst>
          </a:prstGeom>
          <a:solidFill>
            <a:srgbClr val="F0EEF8"/>
          </a:solidFill>
          <a:ln>
            <a:noFill/>
          </a:ln>
        </p:spPr>
      </p:sp>
      <p:sp>
        <p:nvSpPr>
          <p:cNvPr id="7" name="presenton-card_heading-slot-4 Placeholder Carrier"/>
          <p:cNvSpPr txBox="1"/>
          <p:nvPr>
            <p:ph type="title" idx="4"/>
          </p:nvPr>
        </p:nvSpPr>
        <p:spPr>
          <a:xfrm>
            <a:off x="6622607" y="652648"/>
            <a:ext cx="1139381" cy="312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8" name="presenton-card_body-slot-5 Placeholder Carrier"/>
          <p:cNvSpPr txBox="1"/>
          <p:nvPr>
            <p:ph type="body" idx="5"/>
          </p:nvPr>
        </p:nvSpPr>
        <p:spPr>
          <a:xfrm>
            <a:off x="6634818" y="1138590"/>
            <a:ext cx="883773" cy="2608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3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99325" y="6262716"/>
            <a:ext cx="348284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7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</a:rPr>
              <a:t>Page</a:t>
            </a:r>
          </a:p>
        </p:txBody>
      </p:sp>
      <p:sp>
        <p:nvSpPr>
          <p:cNvPr id="10" name="presenton-footer_number-slot-7 Placeholder Carrier"/>
          <p:cNvSpPr txBox="1"/>
          <p:nvPr>
            <p:ph type="body" idx="7"/>
          </p:nvPr>
        </p:nvSpPr>
        <p:spPr>
          <a:xfrm>
            <a:off x="10978604" y="6262716"/>
            <a:ext cx="710941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29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esenton-main_title-slot-1 Placeholder Carrier"/>
          <p:cNvSpPr txBox="1"/>
          <p:nvPr>
            <p:ph type="title" idx="1"/>
          </p:nvPr>
        </p:nvSpPr>
        <p:spPr>
          <a:xfrm>
            <a:off x="4538457" y="581677"/>
            <a:ext cx="2986308" cy="8190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42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4" name="presenton-subtitle-slot-2 Placeholder Carrier"/>
          <p:cNvSpPr txBox="1"/>
          <p:nvPr>
            <p:ph type="title" idx="2"/>
          </p:nvPr>
        </p:nvSpPr>
        <p:spPr>
          <a:xfrm>
            <a:off x="5558037" y="1161736"/>
            <a:ext cx="947148" cy="2608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3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5" name="Rectangle 5"/>
          <p:cNvSpPr/>
          <p:nvPr/>
        </p:nvSpPr>
        <p:spPr>
          <a:xfrm>
            <a:off x="1473898" y="2805494"/>
            <a:ext cx="1334929" cy="1333500"/>
          </a:xfrm>
          <a:prstGeom prst="roundRect">
            <a:avLst>
              <a:gd name="adj" fmla="val 34286"/>
            </a:avLst>
          </a:prstGeom>
          <a:solidFill>
            <a:srgbClr val="F7F5FA"/>
          </a:solidFill>
          <a:ln>
            <a:noFill/>
          </a:ln>
        </p:spPr>
      </p:sp>
      <p:pic>
        <p:nvPicPr>
          <p:cNvPr id="6" name="presenton-image-slot-50 Placeholder Carrier"/>
          <p:cNvPicPr>
            <a:picLocks noChangeAspect="1"/>
          </p:cNvPicPr>
          <p:nvPr>
            <p:ph type="pic" idx="3"/>
          </p:nvPr>
        </p:nvPicPr>
        <p:blipFill>
          <a:blip r:embed="rId2"/>
          <a:stretch>
            <a:fillRect/>
          </a:stretch>
        </p:blipFill>
        <p:spPr>
          <a:xfrm>
            <a:off x="1745552" y="3076384"/>
            <a:ext cx="791718" cy="791718"/>
          </a:xfrm>
          <a:prstGeom prst="rect">
            <a:avLst/>
          </a:prstGeom>
        </p:spPr>
      </p:pic>
      <p:sp>
        <p:nvSpPr>
          <p:cNvPr id="7" name="presenton-step_title-slot-4 Placeholder Carrier"/>
          <p:cNvSpPr txBox="1"/>
          <p:nvPr>
            <p:ph type="title" idx="4"/>
          </p:nvPr>
        </p:nvSpPr>
        <p:spPr>
          <a:xfrm>
            <a:off x="1571676" y="4282611"/>
            <a:ext cx="1139373" cy="3127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8" name="presenton-step_description-slot-5 Placeholder Carrier"/>
          <p:cNvSpPr txBox="1"/>
          <p:nvPr>
            <p:ph type="body" idx="5"/>
          </p:nvPr>
        </p:nvSpPr>
        <p:spPr>
          <a:xfrm>
            <a:off x="1832397" y="4641494"/>
            <a:ext cx="618028" cy="182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93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99325" y="6262716"/>
            <a:ext cx="348284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7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</a:rPr>
              <a:t>Page</a:t>
            </a:r>
          </a:p>
        </p:txBody>
      </p:sp>
      <p:sp>
        <p:nvSpPr>
          <p:cNvPr id="10" name="presenton-footer_value-slot-7 Placeholder Carrier"/>
          <p:cNvSpPr txBox="1"/>
          <p:nvPr>
            <p:ph type="body" idx="7"/>
          </p:nvPr>
        </p:nvSpPr>
        <p:spPr>
          <a:xfrm>
            <a:off x="10978604" y="6262716"/>
            <a:ext cx="710941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30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/>
          <p:nvPr/>
        </p:nvSpPr>
        <p:spPr>
          <a:xfrm>
            <a:off x="-8066722" y="-7419022"/>
            <a:ext cx="10220801" cy="9910191"/>
          </a:xfrm>
          <a:prstGeom prst="rect">
            <a:avLst/>
          </a:prstGeom>
          <a:noFill/>
          <a:ln>
            <a:noFill/>
          </a:ln>
        </p:spPr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rcRect l="0" t="13906" r="0" b="13907"/>
          <a:stretch>
            <a:fillRect/>
          </a:stretch>
        </p:blipFill>
        <p:spPr>
          <a:xfrm>
            <a:off x="0" y="0"/>
            <a:ext cx="9692354" cy="6858000"/>
          </a:xfrm>
          <a:prstGeom prst="rect">
            <a:avLst/>
          </a:prstGeom>
        </p:spPr>
      </p:pic>
      <p:pic>
        <p:nvPicPr>
          <p:cNvPr id="5" name="Image 5"/>
          <p:cNvPicPr>
            <a:picLocks noChangeAspect="1"/>
          </p:cNvPicPr>
          <p:nvPr/>
        </p:nvPicPr>
        <p:blipFill>
          <a:blip r:embed="rId3"/>
          <a:srcRect l="0" t="13906" r="0" b="13907"/>
          <a:stretch>
            <a:fillRect/>
          </a:stretch>
        </p:blipFill>
        <p:spPr>
          <a:xfrm>
            <a:off x="0" y="0"/>
            <a:ext cx="9692354" cy="6858000"/>
          </a:xfrm>
          <a:prstGeom prst="rect">
            <a:avLst/>
          </a:prstGeom>
        </p:spPr>
      </p:pic>
      <p:sp>
        <p:nvSpPr>
          <p:cNvPr id="6" name="Rectangle 6"/>
          <p:cNvSpPr/>
          <p:nvPr/>
        </p:nvSpPr>
        <p:spPr>
          <a:xfrm>
            <a:off x="8790051" y="5098256"/>
            <a:ext cx="10220801" cy="9910191"/>
          </a:xfrm>
          <a:prstGeom prst="rect">
            <a:avLst/>
          </a:prstGeom>
          <a:noFill/>
          <a:ln>
            <a:noFill/>
          </a:ln>
        </p:spPr>
      </p:sp>
      <p:pic>
        <p:nvPicPr>
          <p:cNvPr id="7" name="Image 7"/>
          <p:cNvPicPr>
            <a:picLocks noChangeAspect="1"/>
          </p:cNvPicPr>
          <p:nvPr/>
        </p:nvPicPr>
        <p:blipFill>
          <a:blip r:embed="rId4"/>
          <a:srcRect l="0" t="26069" r="0" b="26069"/>
          <a:stretch>
            <a:fillRect/>
          </a:stretch>
        </p:blipFill>
        <p:spPr>
          <a:xfrm>
            <a:off x="9318498" y="5509927"/>
            <a:ext cx="2873502" cy="1348073"/>
          </a:xfrm>
          <a:prstGeom prst="rect">
            <a:avLst/>
          </a:prstGeom>
        </p:spPr>
      </p:pic>
      <p:pic>
        <p:nvPicPr>
          <p:cNvPr id="8" name="Image 8"/>
          <p:cNvPicPr>
            <a:picLocks noChangeAspect="1"/>
          </p:cNvPicPr>
          <p:nvPr/>
        </p:nvPicPr>
        <p:blipFill>
          <a:blip r:embed="rId5"/>
          <a:srcRect l="0" t="23614" r="0" b="23613"/>
          <a:stretch>
            <a:fillRect/>
          </a:stretch>
        </p:blipFill>
        <p:spPr>
          <a:xfrm>
            <a:off x="8790051" y="5098256"/>
            <a:ext cx="3401949" cy="1759744"/>
          </a:xfrm>
          <a:prstGeom prst="rect">
            <a:avLst/>
          </a:prstGeom>
        </p:spPr>
      </p:pic>
      <p:sp>
        <p:nvSpPr>
          <p:cNvPr id="9" name="presenton-headline_text-slot-5 Placeholder Carrier"/>
          <p:cNvSpPr txBox="1"/>
          <p:nvPr>
            <p:ph type="title" idx="5"/>
          </p:nvPr>
        </p:nvSpPr>
        <p:spPr>
          <a:xfrm>
            <a:off x="488918" y="568914"/>
            <a:ext cx="2845918" cy="8190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2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10" name="presenton-summary_text-slot-6 Placeholder Carrier"/>
          <p:cNvSpPr txBox="1"/>
          <p:nvPr>
            <p:ph type="body" idx="6"/>
          </p:nvPr>
        </p:nvSpPr>
        <p:spPr>
          <a:xfrm>
            <a:off x="501194" y="1147543"/>
            <a:ext cx="927284" cy="2608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33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1" name="Line 11"/>
          <p:cNvSpPr/>
          <p:nvPr/>
        </p:nvSpPr>
        <p:spPr>
          <a:xfrm>
            <a:off x="9974961" y="3318320"/>
            <a:ext cx="9525" cy="1421606"/>
          </a:xfrm>
          <a:custGeom>
            <a:avLst/>
            <a:gdLst/>
            <a:ahLst/>
            <a:cxnLst/>
            <a:rect l="l" t="t" r="r" b="b"/>
            <a:pathLst>
              <a:path w="9525" h="1421606">
                <a:moveTo>
                  <a:pt x="0" y="1421606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9081C8"/>
            </a:solidFill>
          </a:ln>
        </p:spPr>
      </p:sp>
      <p:sp>
        <p:nvSpPr>
          <p:cNvPr id="12" name="Line 12"/>
          <p:cNvSpPr/>
          <p:nvPr/>
        </p:nvSpPr>
        <p:spPr>
          <a:xfrm>
            <a:off x="514350" y="4736782"/>
            <a:ext cx="11176159" cy="9525"/>
          </a:xfrm>
          <a:custGeom>
            <a:avLst/>
            <a:gdLst/>
            <a:ahLst/>
            <a:cxnLst/>
            <a:rect l="l" t="t" r="r" b="b"/>
            <a:pathLst>
              <a:path w="11176159" h="9525">
                <a:moveTo>
                  <a:pt x="0" y="0"/>
                </a:moveTo>
                <a:lnTo>
                  <a:pt x="11176159" y="0"/>
                </a:lnTo>
              </a:path>
            </a:pathLst>
          </a:custGeom>
          <a:noFill/>
          <a:ln w="19050">
            <a:solidFill>
              <a:srgbClr val="9081C8"/>
            </a:solidFill>
          </a:ln>
        </p:spPr>
      </p:sp>
      <p:sp>
        <p:nvSpPr>
          <p:cNvPr id="13" name="Line 13"/>
          <p:cNvSpPr/>
          <p:nvPr/>
        </p:nvSpPr>
        <p:spPr>
          <a:xfrm>
            <a:off x="2215991" y="3318320"/>
            <a:ext cx="9525" cy="1421606"/>
          </a:xfrm>
          <a:custGeom>
            <a:avLst/>
            <a:gdLst/>
            <a:ahLst/>
            <a:cxnLst/>
            <a:rect l="l" t="t" r="r" b="b"/>
            <a:pathLst>
              <a:path w="9525" h="1421606">
                <a:moveTo>
                  <a:pt x="0" y="1421606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9081C8"/>
            </a:solidFill>
          </a:ln>
        </p:spPr>
      </p:sp>
      <p:sp>
        <p:nvSpPr>
          <p:cNvPr id="14" name="Line 14"/>
          <p:cNvSpPr/>
          <p:nvPr/>
        </p:nvSpPr>
        <p:spPr>
          <a:xfrm>
            <a:off x="6092762" y="4734116"/>
            <a:ext cx="9525" cy="1421606"/>
          </a:xfrm>
          <a:custGeom>
            <a:avLst/>
            <a:gdLst/>
            <a:ahLst/>
            <a:cxnLst/>
            <a:rect l="l" t="t" r="r" b="b"/>
            <a:pathLst>
              <a:path w="9525" h="1421606">
                <a:moveTo>
                  <a:pt x="0" y="1421606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9081C8"/>
            </a:solidFill>
          </a:ln>
        </p:spPr>
      </p:sp>
      <p:sp>
        <p:nvSpPr>
          <p:cNvPr id="15" name="presenton-section_heading-slot-7 Placeholder Carrier"/>
          <p:cNvSpPr txBox="1"/>
          <p:nvPr>
            <p:ph type="title" idx="7"/>
          </p:nvPr>
        </p:nvSpPr>
        <p:spPr>
          <a:xfrm>
            <a:off x="4072860" y="3315457"/>
            <a:ext cx="1139381" cy="312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16" name="presenton-section_body-slot-8 Placeholder Carrier"/>
          <p:cNvSpPr txBox="1"/>
          <p:nvPr>
            <p:ph type="body" idx="8"/>
          </p:nvPr>
        </p:nvSpPr>
        <p:spPr>
          <a:xfrm>
            <a:off x="4075568" y="3631721"/>
            <a:ext cx="745946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07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7" name="presenton-section_heading-slot-9 Placeholder Carrier"/>
          <p:cNvSpPr txBox="1"/>
          <p:nvPr>
            <p:ph type="title" idx="9"/>
          </p:nvPr>
        </p:nvSpPr>
        <p:spPr>
          <a:xfrm>
            <a:off x="499842" y="5001763"/>
            <a:ext cx="1139381" cy="312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18" name="presenton-section_body-slot-10 Placeholder Carrier"/>
          <p:cNvSpPr txBox="1"/>
          <p:nvPr>
            <p:ph type="body" idx="10"/>
          </p:nvPr>
        </p:nvSpPr>
        <p:spPr>
          <a:xfrm>
            <a:off x="502550" y="5391179"/>
            <a:ext cx="745946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07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9" name="presenton-section_heading-slot-11 Placeholder Carrier"/>
          <p:cNvSpPr txBox="1"/>
          <p:nvPr>
            <p:ph type="title" idx="11"/>
          </p:nvPr>
        </p:nvSpPr>
        <p:spPr>
          <a:xfrm>
            <a:off x="7579965" y="4890416"/>
            <a:ext cx="1139381" cy="312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20" name="presenton-section_body-slot-12 Placeholder Carrier"/>
          <p:cNvSpPr txBox="1"/>
          <p:nvPr>
            <p:ph type="body" idx="12"/>
          </p:nvPr>
        </p:nvSpPr>
        <p:spPr>
          <a:xfrm>
            <a:off x="7582673" y="5279831"/>
            <a:ext cx="745946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07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21" name="presenton-footer_marker_text-slot-13 Placeholder Carrier"/>
          <p:cNvSpPr txBox="1"/>
          <p:nvPr>
            <p:ph type="body" idx="13"/>
          </p:nvPr>
        </p:nvSpPr>
        <p:spPr>
          <a:xfrm>
            <a:off x="10978604" y="6262716"/>
            <a:ext cx="710941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31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rcRect l="0" t="46472" r="0" b="46471"/>
          <a:stretch>
            <a:fillRect/>
          </a:stretch>
        </p:blipFill>
        <p:spPr>
          <a:xfrm>
            <a:off x="5646896" y="6405277"/>
            <a:ext cx="6545104" cy="452723"/>
          </a:xfrm>
          <a:prstGeom prst="rect">
            <a:avLst/>
          </a:prstGeom>
        </p:spPr>
      </p:pic>
      <p:pic>
        <p:nvPicPr>
          <p:cNvPr id="4" name="Image 4"/>
          <p:cNvPicPr>
            <a:picLocks noChangeAspect="1"/>
          </p:cNvPicPr>
          <p:nvPr/>
        </p:nvPicPr>
        <p:blipFill>
          <a:blip r:embed="rId3"/>
          <a:srcRect l="0" t="43766" r="0" b="43767"/>
          <a:stretch>
            <a:fillRect/>
          </a:stretch>
        </p:blipFill>
        <p:spPr>
          <a:xfrm>
            <a:off x="5118449" y="5993606"/>
            <a:ext cx="7073551" cy="864394"/>
          </a:xfrm>
          <a:prstGeom prst="rect">
            <a:avLst/>
          </a:prstGeom>
        </p:spPr>
      </p:pic>
      <p:pic>
        <p:nvPicPr>
          <p:cNvPr id="5" name="Image 5"/>
          <p:cNvPicPr>
            <a:picLocks noChangeAspect="1"/>
          </p:cNvPicPr>
          <p:nvPr/>
        </p:nvPicPr>
        <p:blipFill>
          <a:blip r:embed="rId4"/>
          <a:srcRect l="0" t="13906" r="0" b="13907"/>
          <a:stretch>
            <a:fillRect/>
          </a:stretch>
        </p:blipFill>
        <p:spPr>
          <a:xfrm>
            <a:off x="0" y="0"/>
            <a:ext cx="9692354" cy="6858000"/>
          </a:xfrm>
          <a:prstGeom prst="rect">
            <a:avLst/>
          </a:prstGeom>
        </p:spPr>
      </p:pic>
      <p:pic>
        <p:nvPicPr>
          <p:cNvPr id="6" name="Image 6"/>
          <p:cNvPicPr>
            <a:picLocks noChangeAspect="1"/>
          </p:cNvPicPr>
          <p:nvPr/>
        </p:nvPicPr>
        <p:blipFill>
          <a:blip r:embed="rId5"/>
          <a:srcRect l="0" t="13906" r="0" b="13907"/>
          <a:stretch>
            <a:fillRect/>
          </a:stretch>
        </p:blipFill>
        <p:spPr>
          <a:xfrm>
            <a:off x="0" y="0"/>
            <a:ext cx="9692354" cy="6858000"/>
          </a:xfrm>
          <a:prstGeom prst="rect">
            <a:avLst/>
          </a:prstGeom>
        </p:spPr>
      </p:pic>
      <p:sp>
        <p:nvSpPr>
          <p:cNvPr id="7" name="presenton-main_heading-slot-5 Placeholder Carrier"/>
          <p:cNvSpPr txBox="1"/>
          <p:nvPr>
            <p:ph type="title" idx="5"/>
          </p:nvPr>
        </p:nvSpPr>
        <p:spPr>
          <a:xfrm>
            <a:off x="4874362" y="573405"/>
            <a:ext cx="2443277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36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8" name="presenton-subtitle_text-slot-6 Placeholder Carrier"/>
          <p:cNvSpPr txBox="1"/>
          <p:nvPr>
            <p:ph type="title" idx="6"/>
          </p:nvPr>
        </p:nvSpPr>
        <p:spPr>
          <a:xfrm>
            <a:off x="5558037" y="1235078"/>
            <a:ext cx="947148" cy="2608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3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6"/>
          <a:srcRect l="0" t="4236" r="0" b="4235"/>
          <a:stretch>
            <a:fillRect/>
          </a:stretch>
        </p:blipFill>
        <p:spPr>
          <a:xfrm>
            <a:off x="3490246" y="921544"/>
            <a:ext cx="5276374" cy="5936456"/>
          </a:xfrm>
          <a:prstGeom prst="rect">
            <a:avLst/>
          </a:prstGeom>
        </p:spPr>
      </p:pic>
      <p:sp>
        <p:nvSpPr>
          <p:cNvPr id="10" name="Line 10"/>
          <p:cNvSpPr/>
          <p:nvPr/>
        </p:nvSpPr>
        <p:spPr>
          <a:xfrm>
            <a:off x="4425982" y="3688842"/>
            <a:ext cx="1670018" cy="9525"/>
          </a:xfrm>
          <a:custGeom>
            <a:avLst/>
            <a:gdLst/>
            <a:ahLst/>
            <a:cxnLst/>
            <a:rect l="l" t="t" r="r" b="b"/>
            <a:pathLst>
              <a:path w="1670018" h="9525">
                <a:moveTo>
                  <a:pt x="0" y="0"/>
                </a:moveTo>
                <a:lnTo>
                  <a:pt x="1670018" y="0"/>
                </a:lnTo>
              </a:path>
            </a:pathLst>
          </a:custGeom>
          <a:noFill/>
          <a:ln w="25432">
            <a:solidFill>
              <a:srgbClr val="9081C8"/>
            </a:solidFill>
          </a:ln>
        </p:spPr>
      </p:sp>
      <p:sp>
        <p:nvSpPr>
          <p:cNvPr id="11" name="Line 11"/>
          <p:cNvSpPr/>
          <p:nvPr/>
        </p:nvSpPr>
        <p:spPr>
          <a:xfrm>
            <a:off x="6096000" y="3302603"/>
            <a:ext cx="1670018" cy="9525"/>
          </a:xfrm>
          <a:custGeom>
            <a:avLst/>
            <a:gdLst/>
            <a:ahLst/>
            <a:cxnLst/>
            <a:rect l="l" t="t" r="r" b="b"/>
            <a:pathLst>
              <a:path w="1670018" h="9525">
                <a:moveTo>
                  <a:pt x="0" y="0"/>
                </a:moveTo>
                <a:lnTo>
                  <a:pt x="1670018" y="0"/>
                </a:lnTo>
              </a:path>
            </a:pathLst>
          </a:custGeom>
          <a:noFill/>
          <a:ln w="25432">
            <a:solidFill>
              <a:srgbClr val="9081C8"/>
            </a:solidFill>
          </a:ln>
        </p:spPr>
      </p:sp>
      <p:sp>
        <p:nvSpPr>
          <p:cNvPr id="12" name="Line 12"/>
          <p:cNvSpPr/>
          <p:nvPr/>
        </p:nvSpPr>
        <p:spPr>
          <a:xfrm>
            <a:off x="4460558" y="5179981"/>
            <a:ext cx="1670018" cy="9525"/>
          </a:xfrm>
          <a:custGeom>
            <a:avLst/>
            <a:gdLst/>
            <a:ahLst/>
            <a:cxnLst/>
            <a:rect l="l" t="t" r="r" b="b"/>
            <a:pathLst>
              <a:path w="1670018" h="9525">
                <a:moveTo>
                  <a:pt x="0" y="0"/>
                </a:moveTo>
                <a:lnTo>
                  <a:pt x="1670018" y="0"/>
                </a:lnTo>
              </a:path>
            </a:pathLst>
          </a:custGeom>
          <a:noFill/>
          <a:ln w="25432">
            <a:solidFill>
              <a:srgbClr val="9081C8"/>
            </a:solidFill>
          </a:ln>
        </p:spPr>
      </p:sp>
      <p:sp>
        <p:nvSpPr>
          <p:cNvPr id="13" name="Line 13"/>
          <p:cNvSpPr/>
          <p:nvPr/>
        </p:nvSpPr>
        <p:spPr>
          <a:xfrm>
            <a:off x="6130576" y="4839367"/>
            <a:ext cx="1670018" cy="9525"/>
          </a:xfrm>
          <a:custGeom>
            <a:avLst/>
            <a:gdLst/>
            <a:ahLst/>
            <a:cxnLst/>
            <a:rect l="l" t="t" r="r" b="b"/>
            <a:pathLst>
              <a:path w="1670018" h="9525">
                <a:moveTo>
                  <a:pt x="0" y="0"/>
                </a:moveTo>
                <a:lnTo>
                  <a:pt x="1670018" y="0"/>
                </a:lnTo>
              </a:path>
            </a:pathLst>
          </a:custGeom>
          <a:noFill/>
          <a:ln w="25432">
            <a:solidFill>
              <a:srgbClr val="9081C8"/>
            </a:solidFill>
          </a:ln>
        </p:spPr>
      </p:sp>
      <p:pic>
        <p:nvPicPr>
          <p:cNvPr id="14" name="Imag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32732" y="3573399"/>
            <a:ext cx="255556" cy="256318"/>
          </a:xfrm>
          <a:prstGeom prst="rect">
            <a:avLst/>
          </a:prstGeom>
        </p:spPr>
      </p:pic>
      <p:pic>
        <p:nvPicPr>
          <p:cNvPr id="15" name="Imag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30922" y="5028438"/>
            <a:ext cx="255556" cy="256318"/>
          </a:xfrm>
          <a:prstGeom prst="rect">
            <a:avLst/>
          </a:prstGeom>
        </p:spPr>
      </p:pic>
      <p:pic>
        <p:nvPicPr>
          <p:cNvPr id="16" name="Imag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72864" y="3161728"/>
            <a:ext cx="255556" cy="256318"/>
          </a:xfrm>
          <a:prstGeom prst="rect">
            <a:avLst/>
          </a:prstGeom>
        </p:spPr>
      </p:pic>
      <p:pic>
        <p:nvPicPr>
          <p:cNvPr id="17" name="Image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55528" y="4720971"/>
            <a:ext cx="255556" cy="256318"/>
          </a:xfrm>
          <a:prstGeom prst="rect">
            <a:avLst/>
          </a:prstGeom>
        </p:spPr>
      </p:pic>
      <p:sp>
        <p:nvSpPr>
          <p:cNvPr id="18" name="presenton-left_callout_title-slot-12 Placeholder Carrier"/>
          <p:cNvSpPr txBox="1"/>
          <p:nvPr>
            <p:ph type="title" idx="12"/>
          </p:nvPr>
        </p:nvSpPr>
        <p:spPr>
          <a:xfrm>
            <a:off x="3163759" y="3546534"/>
            <a:ext cx="1139381" cy="312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6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19" name="presenton-left_callout_description-slot-13 Placeholder Carrier"/>
          <p:cNvSpPr txBox="1"/>
          <p:nvPr>
            <p:ph type="body" idx="13"/>
          </p:nvPr>
        </p:nvSpPr>
        <p:spPr>
          <a:xfrm>
            <a:off x="3589395" y="3909184"/>
            <a:ext cx="710941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20" name="presenton-lower_left_callout_title-slot-14 Placeholder Carrier"/>
          <p:cNvSpPr txBox="1"/>
          <p:nvPr>
            <p:ph type="title" idx="14"/>
          </p:nvPr>
        </p:nvSpPr>
        <p:spPr>
          <a:xfrm>
            <a:off x="3163759" y="5020527"/>
            <a:ext cx="1139381" cy="312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6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21" name="presenton-lower_left_callout_description-slot-15 Placeholder Carrier"/>
          <p:cNvSpPr txBox="1"/>
          <p:nvPr>
            <p:ph type="body" idx="15"/>
          </p:nvPr>
        </p:nvSpPr>
        <p:spPr>
          <a:xfrm>
            <a:off x="3589395" y="5383178"/>
            <a:ext cx="710941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22" name="presenton-right_callout_title-slot-16 Placeholder Carrier"/>
          <p:cNvSpPr txBox="1"/>
          <p:nvPr>
            <p:ph type="title" idx="16"/>
          </p:nvPr>
        </p:nvSpPr>
        <p:spPr>
          <a:xfrm>
            <a:off x="7953630" y="3134196"/>
            <a:ext cx="1139381" cy="312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23" name="presenton-right_callout_description-slot-17 Placeholder Carrier"/>
          <p:cNvSpPr txBox="1"/>
          <p:nvPr>
            <p:ph type="body" idx="17"/>
          </p:nvPr>
        </p:nvSpPr>
        <p:spPr>
          <a:xfrm>
            <a:off x="7956339" y="3496847"/>
            <a:ext cx="710941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24" name="presenton-lower_right_callout_title-slot-18 Placeholder Carrier"/>
          <p:cNvSpPr txBox="1"/>
          <p:nvPr>
            <p:ph type="title" idx="18"/>
          </p:nvPr>
        </p:nvSpPr>
        <p:spPr>
          <a:xfrm>
            <a:off x="7953630" y="4686009"/>
            <a:ext cx="1139381" cy="312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25" name="presenton-lower_right_callout_description-slot-19 Placeholder Carrier"/>
          <p:cNvSpPr txBox="1"/>
          <p:nvPr>
            <p:ph type="body" idx="19"/>
          </p:nvPr>
        </p:nvSpPr>
        <p:spPr>
          <a:xfrm>
            <a:off x="7956339" y="5048660"/>
            <a:ext cx="710941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970547" y="6253572"/>
            <a:ext cx="348284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7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</a:rPr>
              <a:t>Page</a:t>
            </a:r>
          </a:p>
        </p:txBody>
      </p:sp>
      <p:sp>
        <p:nvSpPr>
          <p:cNvPr id="27" name="presenton-footer_page_value-slot-21 Placeholder Carrier"/>
          <p:cNvSpPr txBox="1"/>
          <p:nvPr>
            <p:ph type="body" idx="21"/>
          </p:nvPr>
        </p:nvSpPr>
        <p:spPr>
          <a:xfrm>
            <a:off x="10849731" y="6253572"/>
            <a:ext cx="710941" cy="2085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-US" sz="107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32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rcRect l="0" t="13906" r="0" b="13907"/>
          <a:stretch>
            <a:fillRect/>
          </a:stretch>
        </p:blipFill>
        <p:spPr>
          <a:xfrm>
            <a:off x="0" y="0"/>
            <a:ext cx="9692354" cy="6858000"/>
          </a:xfrm>
          <a:prstGeom prst="rect">
            <a:avLst/>
          </a:prstGeom>
        </p:spPr>
      </p:pic>
      <p:pic>
        <p:nvPicPr>
          <p:cNvPr id="4" name="Image 4"/>
          <p:cNvPicPr>
            <a:picLocks noChangeAspect="1"/>
          </p:cNvPicPr>
          <p:nvPr/>
        </p:nvPicPr>
        <p:blipFill>
          <a:blip r:embed="rId3"/>
          <a:srcRect l="0" t="13906" r="0" b="13907"/>
          <a:stretch>
            <a:fillRect/>
          </a:stretch>
        </p:blipFill>
        <p:spPr>
          <a:xfrm>
            <a:off x="0" y="0"/>
            <a:ext cx="9692354" cy="6858000"/>
          </a:xfrm>
          <a:prstGeom prst="rect">
            <a:avLst/>
          </a:prstGeom>
        </p:spPr>
      </p:pic>
      <p:sp>
        <p:nvSpPr>
          <p:cNvPr id="5" name="presenton-headline_text-slot-3 Placeholder Carrier"/>
          <p:cNvSpPr txBox="1"/>
          <p:nvPr>
            <p:ph type="title" idx="3"/>
          </p:nvPr>
        </p:nvSpPr>
        <p:spPr>
          <a:xfrm>
            <a:off x="488918" y="568914"/>
            <a:ext cx="2986308" cy="8190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2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6" name="presenton-supporting_copy-slot-4 Placeholder Carrier"/>
          <p:cNvSpPr txBox="1"/>
          <p:nvPr>
            <p:ph type="body" idx="4"/>
          </p:nvPr>
        </p:nvSpPr>
        <p:spPr>
          <a:xfrm>
            <a:off x="501194" y="1258510"/>
            <a:ext cx="927284" cy="2608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33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pic>
        <p:nvPicPr>
          <p:cNvPr id="7" name="presenton-image-slot-66 Placeholder Carrier"/>
          <p:cNvPicPr>
            <a:picLocks noChangeAspect="1"/>
          </p:cNvPicPr>
          <p:nvPr>
            <p:ph type="pic" idx="5"/>
          </p:nvPr>
        </p:nvPicPr>
        <p:blipFill>
          <a:blip r:embed="rId4"/>
          <a:srcRect l="8716" t="0" r="8716" b="0"/>
          <a:stretch>
            <a:fillRect/>
          </a:stretch>
        </p:blipFill>
        <p:spPr>
          <a:xfrm>
            <a:off x="7063740" y="2199799"/>
            <a:ext cx="5128260" cy="4658201"/>
          </a:xfrm>
          <a:prstGeom prst="rect">
            <a:avLst/>
          </a:prstGeom>
        </p:spPr>
      </p:pic>
    </p:spTree>
  </p:cSld>
  <p:clrMapOvr>
    <a:masterClrMapping/>
  </p:clrMapOvr>
  <p:transition p14:dur="400">
    <p:fade/>
  </p:transition>
</p:sld>
</file>

<file path=ppt/theme/theme1.xml><?xml version="1.0" encoding="utf-8"?>
<a:theme xmlns:a="http://schemas.openxmlformats.org/drawingml/2006/main" name="Office Theme">
  <a:themeElements>
    <a:clrScheme name="PPT Master">
      <a:dk1>
        <a:srgbClr val="334155"/>
      </a:dk1>
      <a:lt1>
        <a:srgbClr val="FFFFFF"/>
      </a:lt1>
      <a:dk2>
        <a:srgbClr val="334155"/>
      </a:dk2>
      <a:lt2>
        <a:srgbClr val="FFFFFF"/>
      </a:lt2>
      <a:accent1>
        <a:srgbClr val="1E4CD9"/>
      </a:accent1>
      <a:accent2>
        <a:srgbClr val="234CD9"/>
      </a:accent2>
      <a:accent3>
        <a:srgbClr val="234CD9"/>
      </a:accent3>
      <a:accent4>
        <a:srgbClr val="1E4CD9"/>
      </a:accent4>
      <a:accent5>
        <a:srgbClr val="4BACC6"/>
      </a:accent5>
      <a:accent6>
        <a:srgbClr val="F79646"/>
      </a:accent6>
      <a:hlink>
        <a:srgbClr val="234CD9"/>
      </a:hlink>
      <a:folHlink>
        <a:srgbClr val="234CD9"/>
      </a:folHlink>
    </a:clrScheme>
    <a:fontScheme name="PPT Master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2026-08-03T22:49:43Z</dcterms:created>
  <dcterms:modified xsi:type="dcterms:W3CDTF">2026-08-03T22:49:43Z</dcterms:modified>
  <cp:category/>
  <cp:contentStatus/>
</cp:coreProperties>
</file>