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1 Placeholder"/>
          <p:cNvSpPr>
            <a:spLocks noGrp="1"/>
          </p:cNvSpPr>
          <p:nvPr>
            <p:ph type="pic" idx="1"/>
          </p:nvPr>
        </p:nvSpPr>
        <p:spPr>
          <a:xfrm>
            <a:off x="838200" y="19812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headline_text-slot-2 Placeholder"/>
          <p:cNvSpPr>
            <a:spLocks noGrp="1"/>
          </p:cNvSpPr>
          <p:nvPr>
            <p:ph type="title" idx="2"/>
          </p:nvPr>
        </p:nvSpPr>
        <p:spPr>
          <a:xfrm>
            <a:off x="6400800" y="1552575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500"/>
            </a:lvl1pPr>
          </a:lstStyle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body_copy-slot-3 Placeholder"/>
          <p:cNvSpPr>
            <a:spLocks noGrp="1"/>
          </p:cNvSpPr>
          <p:nvPr>
            <p:ph type="body" idx="3"/>
          </p:nvPr>
        </p:nvSpPr>
        <p:spPr>
          <a:xfrm>
            <a:off x="6400800" y="3190875"/>
            <a:ext cx="504825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avatar_initials-slot-4 Placeholder"/>
          <p:cNvSpPr>
            <a:spLocks noGrp="1"/>
          </p:cNvSpPr>
          <p:nvPr>
            <p:ph type="body" idx="4"/>
          </p:nvPr>
        </p:nvSpPr>
        <p:spPr>
          <a:xfrm>
            <a:off x="6767512" y="4857750"/>
            <a:ext cx="219075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attribution_name-slot-5 Placeholder"/>
          <p:cNvSpPr>
            <a:spLocks noGrp="1"/>
          </p:cNvSpPr>
          <p:nvPr>
            <p:ph type="body" idx="5"/>
          </p:nvPr>
        </p:nvSpPr>
        <p:spPr>
          <a:xfrm>
            <a:off x="7248525" y="4724400"/>
            <a:ext cx="3794855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attribution_detail-slot-6 Placeholder"/>
          <p:cNvSpPr>
            <a:spLocks noGrp="1"/>
          </p:cNvSpPr>
          <p:nvPr>
            <p:ph type="body" idx="6"/>
          </p:nvPr>
        </p:nvSpPr>
        <p:spPr>
          <a:xfrm>
            <a:off x="7248525" y="4991100"/>
            <a:ext cx="3879247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739748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2 Placeholder"/>
          <p:cNvSpPr>
            <a:spLocks noGrp="1"/>
          </p:cNvSpPr>
          <p:nvPr>
            <p:ph type="pic" idx="1"/>
          </p:nvPr>
        </p:nvSpPr>
        <p:spPr>
          <a:xfrm>
            <a:off x="838200" y="1752600"/>
            <a:ext cx="4876800" cy="304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primary_heading-slot-2 Placeholder"/>
          <p:cNvSpPr>
            <a:spLocks noGrp="1"/>
          </p:cNvSpPr>
          <p:nvPr>
            <p:ph type="title" idx="2"/>
          </p:nvPr>
        </p:nvSpPr>
        <p:spPr>
          <a:xfrm>
            <a:off x="6400800" y="1899952"/>
            <a:ext cx="5048250" cy="11314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500"/>
            </a:lvl1pPr>
          </a:lstStyle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supporting_paragraph-slot-3 Placeholder"/>
          <p:cNvSpPr>
            <a:spLocks noGrp="1"/>
          </p:cNvSpPr>
          <p:nvPr>
            <p:ph type="body" idx="3"/>
          </p:nvPr>
        </p:nvSpPr>
        <p:spPr>
          <a:xfrm>
            <a:off x="6400800" y="3468910"/>
            <a:ext cx="5048250" cy="12326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4572171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slide_headline-slot-5 Placeholder"/>
          <p:cNvSpPr>
            <a:spLocks noGrp="1"/>
          </p:cNvSpPr>
          <p:nvPr>
            <p:ph type="title" idx="5"/>
          </p:nvPr>
        </p:nvSpPr>
        <p:spPr>
          <a:xfrm>
            <a:off x="774097" y="396907"/>
            <a:ext cx="6977920" cy="119253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5400"/>
            </a:lvl1pPr>
          </a:lstStyle>
          <a:p>
            <a:pPr algn="l"/>
            <a:r>
              <a:rPr lang="en-US" sz="54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mage-slot-7 Placeholder"/>
          <p:cNvSpPr>
            <a:spLocks noGrp="1"/>
          </p:cNvSpPr>
          <p:nvPr>
            <p:ph type="pic" idx="6"/>
          </p:nvPr>
        </p:nvSpPr>
        <p:spPr>
          <a:xfrm>
            <a:off x="968407" y="212388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feature_title-slot-7 Placeholder"/>
          <p:cNvSpPr>
            <a:spLocks noGrp="1"/>
          </p:cNvSpPr>
          <p:nvPr>
            <p:ph type="title" idx="7"/>
          </p:nvPr>
        </p:nvSpPr>
        <p:spPr>
          <a:xfrm>
            <a:off x="1463707" y="2006727"/>
            <a:ext cx="2343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feature_description-slot-8 Placeholder"/>
          <p:cNvSpPr>
            <a:spLocks noGrp="1"/>
          </p:cNvSpPr>
          <p:nvPr>
            <p:ph type="body" idx="8"/>
          </p:nvPr>
        </p:nvSpPr>
        <p:spPr>
          <a:xfrm>
            <a:off x="1475804" y="2311527"/>
            <a:ext cx="2343150" cy="6500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image-slot-8 Placeholder"/>
          <p:cNvSpPr>
            <a:spLocks noGrp="1"/>
          </p:cNvSpPr>
          <p:nvPr>
            <p:ph type="pic" idx="9"/>
          </p:nvPr>
        </p:nvSpPr>
        <p:spPr>
          <a:xfrm>
            <a:off x="4178332" y="2123884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7" name="presenton-feature_title-slot-10 Placeholder"/>
          <p:cNvSpPr>
            <a:spLocks noGrp="1"/>
          </p:cNvSpPr>
          <p:nvPr>
            <p:ph type="title" idx="10"/>
          </p:nvPr>
        </p:nvSpPr>
        <p:spPr>
          <a:xfrm>
            <a:off x="4673632" y="2006727"/>
            <a:ext cx="2343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presenton-feature_description-slot-11 Placeholder"/>
          <p:cNvSpPr>
            <a:spLocks noGrp="1"/>
          </p:cNvSpPr>
          <p:nvPr>
            <p:ph type="body" idx="11"/>
          </p:nvPr>
        </p:nvSpPr>
        <p:spPr>
          <a:xfrm>
            <a:off x="4661535" y="2287429"/>
            <a:ext cx="2343150" cy="6500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image-slot-9 Placeholder"/>
          <p:cNvSpPr>
            <a:spLocks noGrp="1"/>
          </p:cNvSpPr>
          <p:nvPr>
            <p:ph type="pic" idx="12"/>
          </p:nvPr>
        </p:nvSpPr>
        <p:spPr>
          <a:xfrm>
            <a:off x="968407" y="334513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0" name="presenton-feature_title-slot-13 Placeholder"/>
          <p:cNvSpPr>
            <a:spLocks noGrp="1"/>
          </p:cNvSpPr>
          <p:nvPr>
            <p:ph type="title" idx="13"/>
          </p:nvPr>
        </p:nvSpPr>
        <p:spPr>
          <a:xfrm>
            <a:off x="1463707" y="3227975"/>
            <a:ext cx="2343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1" name="presenton-feature_description-slot-14 Placeholder"/>
          <p:cNvSpPr>
            <a:spLocks noGrp="1"/>
          </p:cNvSpPr>
          <p:nvPr>
            <p:ph type="body" idx="14"/>
          </p:nvPr>
        </p:nvSpPr>
        <p:spPr>
          <a:xfrm>
            <a:off x="1463707" y="3532775"/>
            <a:ext cx="2343150" cy="6500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image-slot-10 Placeholder"/>
          <p:cNvSpPr>
            <a:spLocks noGrp="1"/>
          </p:cNvSpPr>
          <p:nvPr>
            <p:ph type="pic" idx="15"/>
          </p:nvPr>
        </p:nvSpPr>
        <p:spPr>
          <a:xfrm>
            <a:off x="4178332" y="3345132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3" name="presenton-feature_title-slot-16 Placeholder"/>
          <p:cNvSpPr>
            <a:spLocks noGrp="1"/>
          </p:cNvSpPr>
          <p:nvPr>
            <p:ph type="title" idx="16"/>
          </p:nvPr>
        </p:nvSpPr>
        <p:spPr>
          <a:xfrm>
            <a:off x="4673632" y="3227975"/>
            <a:ext cx="23431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4" name="presenton-feature_description-slot-17 Placeholder"/>
          <p:cNvSpPr>
            <a:spLocks noGrp="1"/>
          </p:cNvSpPr>
          <p:nvPr>
            <p:ph type="body" idx="17"/>
          </p:nvPr>
        </p:nvSpPr>
        <p:spPr>
          <a:xfrm>
            <a:off x="4673632" y="3532775"/>
            <a:ext cx="2343150" cy="65008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5" name="presenton-image-slot-11 Placeholder"/>
          <p:cNvSpPr>
            <a:spLocks noGrp="1"/>
          </p:cNvSpPr>
          <p:nvPr>
            <p:ph type="pic" idx="18"/>
          </p:nvPr>
        </p:nvSpPr>
        <p:spPr>
          <a:xfrm>
            <a:off x="7772400" y="1981200"/>
            <a:ext cx="3657600" cy="304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</p:spTree>
    <p:extLst>
      <p:ext uri="{BB962C8B-B14F-4D97-AF65-F5344CB8AC3E}">
        <p14:creationId val="40380506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3 Placeholder"/>
          <p:cNvSpPr>
            <a:spLocks noGrp="1"/>
          </p:cNvSpPr>
          <p:nvPr>
            <p:ph type="title" idx="3"/>
          </p:nvPr>
        </p:nvSpPr>
        <p:spPr>
          <a:xfrm>
            <a:off x="762000" y="457200"/>
            <a:ext cx="106870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500"/>
            </a:lvl1pPr>
          </a:lstStyle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mage-slot-14 Placeholder"/>
          <p:cNvSpPr>
            <a:spLocks noGrp="1"/>
          </p:cNvSpPr>
          <p:nvPr>
            <p:ph type="pic" idx="4"/>
          </p:nvPr>
        </p:nvSpPr>
        <p:spPr>
          <a:xfrm>
            <a:off x="1143000" y="2419350"/>
            <a:ext cx="4267200" cy="304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intro_paragraph-slot-5 Placeholder"/>
          <p:cNvSpPr>
            <a:spLocks noGrp="1"/>
          </p:cNvSpPr>
          <p:nvPr>
            <p:ph type="body" idx="5"/>
          </p:nvPr>
        </p:nvSpPr>
        <p:spPr>
          <a:xfrm>
            <a:off x="6400800" y="1368933"/>
            <a:ext cx="5048250" cy="83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image-slot-15 Placeholder"/>
          <p:cNvSpPr>
            <a:spLocks noGrp="1"/>
          </p:cNvSpPr>
          <p:nvPr>
            <p:ph type="pic" idx="6"/>
          </p:nvPr>
        </p:nvSpPr>
        <p:spPr>
          <a:xfrm>
            <a:off x="6515100" y="262909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6" name="presenton-feature_title-slot-7 Placeholder"/>
          <p:cNvSpPr>
            <a:spLocks noGrp="1"/>
          </p:cNvSpPr>
          <p:nvPr>
            <p:ph type="title" idx="7"/>
          </p:nvPr>
        </p:nvSpPr>
        <p:spPr>
          <a:xfrm>
            <a:off x="7010400" y="2511933"/>
            <a:ext cx="44386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feature_description-slot-8 Placeholder"/>
          <p:cNvSpPr>
            <a:spLocks noGrp="1"/>
          </p:cNvSpPr>
          <p:nvPr>
            <p:ph type="body" idx="8"/>
          </p:nvPr>
        </p:nvSpPr>
        <p:spPr>
          <a:xfrm>
            <a:off x="7010400" y="2988183"/>
            <a:ext cx="44386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image-slot-16 Placeholder"/>
          <p:cNvSpPr>
            <a:spLocks noGrp="1"/>
          </p:cNvSpPr>
          <p:nvPr>
            <p:ph type="pic" idx="9"/>
          </p:nvPr>
        </p:nvSpPr>
        <p:spPr>
          <a:xfrm>
            <a:off x="6515100" y="3829240"/>
            <a:ext cx="2286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presenton-feature_title-slot-10 Placeholder"/>
          <p:cNvSpPr>
            <a:spLocks noGrp="1"/>
          </p:cNvSpPr>
          <p:nvPr>
            <p:ph type="title" idx="10"/>
          </p:nvPr>
        </p:nvSpPr>
        <p:spPr>
          <a:xfrm>
            <a:off x="7010400" y="3712083"/>
            <a:ext cx="44386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500"/>
            </a:lvl1pPr>
          </a:lstStyle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0" name="presenton-feature_description-slot-11 Placeholder"/>
          <p:cNvSpPr>
            <a:spLocks noGrp="1"/>
          </p:cNvSpPr>
          <p:nvPr>
            <p:ph type="body" idx="11"/>
          </p:nvPr>
        </p:nvSpPr>
        <p:spPr>
          <a:xfrm>
            <a:off x="7010400" y="4188333"/>
            <a:ext cx="44386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1060551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1 Placeholder"/>
          <p:cNvSpPr>
            <a:spLocks noGrp="1"/>
          </p:cNvSpPr>
          <p:nvPr>
            <p:ph type="title" idx="1"/>
          </p:nvPr>
        </p:nvSpPr>
        <p:spPr>
          <a:xfrm>
            <a:off x="762000" y="304800"/>
            <a:ext cx="10650569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500"/>
            </a:lvl1pPr>
          </a:lstStyle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paragraph-slot-2 Placeholder"/>
          <p:cNvSpPr>
            <a:spLocks noGrp="1"/>
          </p:cNvSpPr>
          <p:nvPr>
            <p:ph type="body" idx="2"/>
          </p:nvPr>
        </p:nvSpPr>
        <p:spPr>
          <a:xfrm>
            <a:off x="762000" y="1028700"/>
            <a:ext cx="7334250" cy="7486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card_title-slot-4 Placeholder"/>
          <p:cNvSpPr>
            <a:spLocks noGrp="1"/>
          </p:cNvSpPr>
          <p:nvPr>
            <p:ph type="title" idx="4"/>
          </p:nvPr>
        </p:nvSpPr>
        <p:spPr>
          <a:xfrm>
            <a:off x="9034177" y="1161574"/>
            <a:ext cx="219837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presenton-card_body-slot-5 Placeholder"/>
          <p:cNvSpPr>
            <a:spLocks noGrp="1"/>
          </p:cNvSpPr>
          <p:nvPr>
            <p:ph type="body" idx="5"/>
          </p:nvPr>
        </p:nvSpPr>
        <p:spPr>
          <a:xfrm>
            <a:off x="8610600" y="1845469"/>
            <a:ext cx="2609850" cy="433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card_title-slot-7 Placeholder"/>
          <p:cNvSpPr>
            <a:spLocks noGrp="1"/>
          </p:cNvSpPr>
          <p:nvPr>
            <p:ph type="title" idx="7"/>
          </p:nvPr>
        </p:nvSpPr>
        <p:spPr>
          <a:xfrm>
            <a:off x="8990076" y="2888456"/>
            <a:ext cx="2230374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presenton-card_body-slot-8 Placeholder"/>
          <p:cNvSpPr>
            <a:spLocks noGrp="1"/>
          </p:cNvSpPr>
          <p:nvPr>
            <p:ph type="body" idx="8"/>
          </p:nvPr>
        </p:nvSpPr>
        <p:spPr>
          <a:xfrm>
            <a:off x="8610600" y="3536156"/>
            <a:ext cx="2609850" cy="433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card_title-slot-10 Placeholder"/>
          <p:cNvSpPr>
            <a:spLocks noGrp="1"/>
          </p:cNvSpPr>
          <p:nvPr>
            <p:ph type="title" idx="10"/>
          </p:nvPr>
        </p:nvSpPr>
        <p:spPr>
          <a:xfrm>
            <a:off x="8976074" y="4579144"/>
            <a:ext cx="224428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1350"/>
            </a:lvl1pPr>
          </a:lstStyle>
          <a:p>
            <a:pPr algn="l"/>
            <a:r>
              <a:rPr lang="en-US" sz="13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card_body-slot-11 Placeholder"/>
          <p:cNvSpPr>
            <a:spLocks noGrp="1"/>
          </p:cNvSpPr>
          <p:nvPr>
            <p:ph type="body" idx="11"/>
          </p:nvPr>
        </p:nvSpPr>
        <p:spPr>
          <a:xfrm>
            <a:off x="8610600" y="5226844"/>
            <a:ext cx="2609850" cy="4333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31084258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3 Placeholder"/>
          <p:cNvSpPr>
            <a:spLocks noGrp="1"/>
          </p:cNvSpPr>
          <p:nvPr>
            <p:ph type="title" idx="3"/>
          </p:nvPr>
        </p:nvSpPr>
        <p:spPr>
          <a:xfrm>
            <a:off x="762000" y="1962150"/>
            <a:ext cx="106870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500"/>
            </a:lvl1pPr>
          </a:lstStyle>
          <a:p>
            <a:pPr algn="ctr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metric_value-slot-4 Placeholder"/>
          <p:cNvSpPr>
            <a:spLocks noGrp="1"/>
          </p:cNvSpPr>
          <p:nvPr>
            <p:ph type="body" idx="4"/>
          </p:nvPr>
        </p:nvSpPr>
        <p:spPr>
          <a:xfrm>
            <a:off x="762000" y="3333750"/>
            <a:ext cx="33718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4500"/>
            </a:lvl1pPr>
          </a:lstStyle>
          <a:p>
            <a:pPr algn="ctr" marL="0" indent="0">
              <a:buNone/>
            </a:pPr>
            <a:r>
              <a:rPr lang="en-US" sz="4500" b="1" dirty="0">
                <a:solidFill>
                  <a:srgbClr val="9333EA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metric_description-slot-5 Placeholder"/>
          <p:cNvSpPr>
            <a:spLocks noGrp="1"/>
          </p:cNvSpPr>
          <p:nvPr>
            <p:ph type="body" idx="5"/>
          </p:nvPr>
        </p:nvSpPr>
        <p:spPr>
          <a:xfrm>
            <a:off x="926306" y="4339876"/>
            <a:ext cx="2990850" cy="7740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metric_value-slot-6 Placeholder"/>
          <p:cNvSpPr>
            <a:spLocks noGrp="1"/>
          </p:cNvSpPr>
          <p:nvPr>
            <p:ph type="body" idx="6"/>
          </p:nvPr>
        </p:nvSpPr>
        <p:spPr>
          <a:xfrm>
            <a:off x="4324350" y="3333750"/>
            <a:ext cx="33718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4500"/>
            </a:lvl1pPr>
          </a:lstStyle>
          <a:p>
            <a:pPr algn="ctr" marL="0" indent="0">
              <a:buNone/>
            </a:pPr>
            <a:r>
              <a:rPr lang="en-US" sz="4500" b="1" dirty="0">
                <a:solidFill>
                  <a:srgbClr val="9333EA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metric_description-slot-7 Placeholder"/>
          <p:cNvSpPr>
            <a:spLocks noGrp="1"/>
          </p:cNvSpPr>
          <p:nvPr>
            <p:ph type="body" idx="7"/>
          </p:nvPr>
        </p:nvSpPr>
        <p:spPr>
          <a:xfrm>
            <a:off x="4501801" y="4339876"/>
            <a:ext cx="2990850" cy="78714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metric_value-slot-8 Placeholder"/>
          <p:cNvSpPr>
            <a:spLocks noGrp="1"/>
          </p:cNvSpPr>
          <p:nvPr>
            <p:ph type="body" idx="8"/>
          </p:nvPr>
        </p:nvSpPr>
        <p:spPr>
          <a:xfrm>
            <a:off x="7886700" y="3333750"/>
            <a:ext cx="33718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4500"/>
            </a:lvl1pPr>
          </a:lstStyle>
          <a:p>
            <a:pPr algn="ctr" marL="0" indent="0">
              <a:buNone/>
            </a:pPr>
            <a:r>
              <a:rPr lang="en-US" sz="4500" b="1" dirty="0">
                <a:solidFill>
                  <a:srgbClr val="9333EA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metric_description-slot-9 Placeholder"/>
          <p:cNvSpPr>
            <a:spLocks noGrp="1"/>
          </p:cNvSpPr>
          <p:nvPr>
            <p:ph type="body" idx="9"/>
          </p:nvPr>
        </p:nvSpPr>
        <p:spPr>
          <a:xfrm>
            <a:off x="8077200" y="4339876"/>
            <a:ext cx="2990850" cy="77409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8769287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24 Placeholder"/>
          <p:cNvSpPr>
            <a:spLocks noGrp="1"/>
          </p:cNvSpPr>
          <p:nvPr>
            <p:ph type="pic" idx="3"/>
          </p:nvPr>
        </p:nvSpPr>
        <p:spPr>
          <a:xfrm>
            <a:off x="838200" y="1676400"/>
            <a:ext cx="4876800" cy="3657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headline_text-slot-4 Placeholder"/>
          <p:cNvSpPr>
            <a:spLocks noGrp="1"/>
          </p:cNvSpPr>
          <p:nvPr>
            <p:ph type="title" idx="4"/>
          </p:nvPr>
        </p:nvSpPr>
        <p:spPr>
          <a:xfrm>
            <a:off x="6400800" y="1809750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500"/>
            </a:lvl1pPr>
          </a:lstStyle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body_text-slot-5 Placeholder"/>
          <p:cNvSpPr>
            <a:spLocks noGrp="1"/>
          </p:cNvSpPr>
          <p:nvPr>
            <p:ph type="body" idx="5"/>
          </p:nvPr>
        </p:nvSpPr>
        <p:spPr>
          <a:xfrm>
            <a:off x="6400800" y="3181350"/>
            <a:ext cx="504825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metric_label-slot-6 Placeholder"/>
          <p:cNvSpPr>
            <a:spLocks noGrp="1"/>
          </p:cNvSpPr>
          <p:nvPr>
            <p:ph type="body" idx="6"/>
          </p:nvPr>
        </p:nvSpPr>
        <p:spPr>
          <a:xfrm>
            <a:off x="6413849" y="4424172"/>
            <a:ext cx="2419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metric_value-slot-7 Placeholder"/>
          <p:cNvSpPr>
            <a:spLocks noGrp="1"/>
          </p:cNvSpPr>
          <p:nvPr>
            <p:ph type="body" idx="7"/>
          </p:nvPr>
        </p:nvSpPr>
        <p:spPr>
          <a:xfrm>
            <a:off x="6400800" y="4743450"/>
            <a:ext cx="241935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b="1" dirty="0">
                <a:solidFill>
                  <a:srgbClr val="9333EA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metric_label-slot-8 Placeholder"/>
          <p:cNvSpPr>
            <a:spLocks noGrp="1"/>
          </p:cNvSpPr>
          <p:nvPr>
            <p:ph type="body" idx="8"/>
          </p:nvPr>
        </p:nvSpPr>
        <p:spPr>
          <a:xfrm>
            <a:off x="9029700" y="4437412"/>
            <a:ext cx="2419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metric_value-slot-9 Placeholder"/>
          <p:cNvSpPr>
            <a:spLocks noGrp="1"/>
          </p:cNvSpPr>
          <p:nvPr>
            <p:ph type="body" idx="9"/>
          </p:nvPr>
        </p:nvSpPr>
        <p:spPr>
          <a:xfrm>
            <a:off x="9029700" y="4743450"/>
            <a:ext cx="241935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b="1" dirty="0">
                <a:solidFill>
                  <a:srgbClr val="9333EA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0446506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header_title-slot-2 Placeholder"/>
          <p:cNvSpPr>
            <a:spLocks noGrp="1"/>
          </p:cNvSpPr>
          <p:nvPr>
            <p:ph type="title" idx="2"/>
          </p:nvPr>
        </p:nvSpPr>
        <p:spPr>
          <a:xfrm>
            <a:off x="762000" y="457200"/>
            <a:ext cx="73342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500"/>
            </a:lvl1pPr>
          </a:lstStyle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mage-slot-26 Placeholder"/>
          <p:cNvSpPr>
            <a:spLocks noGrp="1"/>
          </p:cNvSpPr>
          <p:nvPr>
            <p:ph type="pic" idx="3"/>
          </p:nvPr>
        </p:nvSpPr>
        <p:spPr>
          <a:xfrm>
            <a:off x="8382000" y="457200"/>
            <a:ext cx="3048000" cy="1828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4" name="presenton-item_number-slot-4 Placeholder"/>
          <p:cNvSpPr>
            <a:spLocks noGrp="1"/>
          </p:cNvSpPr>
          <p:nvPr>
            <p:ph type="body" idx="4"/>
          </p:nvPr>
        </p:nvSpPr>
        <p:spPr>
          <a:xfrm>
            <a:off x="762000" y="2590800"/>
            <a:ext cx="49530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item_heading-slot-5 Placeholder"/>
          <p:cNvSpPr>
            <a:spLocks noGrp="1"/>
          </p:cNvSpPr>
          <p:nvPr>
            <p:ph type="title" idx="5"/>
          </p:nvPr>
        </p:nvSpPr>
        <p:spPr>
          <a:xfrm>
            <a:off x="1381125" y="2667000"/>
            <a:ext cx="458152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00"/>
            </a:lvl1pPr>
          </a:lstStyle>
          <a:p>
            <a:pPr algn="l"/>
            <a:r>
              <a:rPr lang="en-US" sz="18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6" name="presenton-item_body-slot-6 Placeholder"/>
          <p:cNvSpPr>
            <a:spLocks noGrp="1"/>
          </p:cNvSpPr>
          <p:nvPr>
            <p:ph type="body" idx="6"/>
          </p:nvPr>
        </p:nvSpPr>
        <p:spPr>
          <a:xfrm>
            <a:off x="1381125" y="3086100"/>
            <a:ext cx="4581525" cy="74295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item_number-slot-7 Placeholder"/>
          <p:cNvSpPr>
            <a:spLocks noGrp="1"/>
          </p:cNvSpPr>
          <p:nvPr>
            <p:ph type="body" idx="7"/>
          </p:nvPr>
        </p:nvSpPr>
        <p:spPr>
          <a:xfrm>
            <a:off x="6248400" y="2590800"/>
            <a:ext cx="581025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item_heading-slot-8 Placeholder"/>
          <p:cNvSpPr>
            <a:spLocks noGrp="1"/>
          </p:cNvSpPr>
          <p:nvPr>
            <p:ph type="title" idx="8"/>
          </p:nvPr>
        </p:nvSpPr>
        <p:spPr>
          <a:xfrm>
            <a:off x="6962775" y="2667000"/>
            <a:ext cx="4486275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00"/>
            </a:lvl1pPr>
          </a:lstStyle>
          <a:p>
            <a:pPr algn="l"/>
            <a:r>
              <a:rPr lang="en-US" sz="18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presenton-item_body-slot-9 Placeholder"/>
          <p:cNvSpPr>
            <a:spLocks noGrp="1"/>
          </p:cNvSpPr>
          <p:nvPr>
            <p:ph type="body" idx="9"/>
          </p:nvPr>
        </p:nvSpPr>
        <p:spPr>
          <a:xfrm>
            <a:off x="6962775" y="3086100"/>
            <a:ext cx="4486275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item_number-slot-10 Placeholder"/>
          <p:cNvSpPr>
            <a:spLocks noGrp="1"/>
          </p:cNvSpPr>
          <p:nvPr>
            <p:ph type="body" idx="10"/>
          </p:nvPr>
        </p:nvSpPr>
        <p:spPr>
          <a:xfrm>
            <a:off x="762000" y="4133850"/>
            <a:ext cx="59055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presenton-item_heading-slot-11 Placeholder"/>
          <p:cNvSpPr>
            <a:spLocks noGrp="1"/>
          </p:cNvSpPr>
          <p:nvPr>
            <p:ph type="title" idx="11"/>
          </p:nvPr>
        </p:nvSpPr>
        <p:spPr>
          <a:xfrm>
            <a:off x="1485900" y="4210050"/>
            <a:ext cx="44767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00"/>
            </a:lvl1pPr>
          </a:lstStyle>
          <a:p>
            <a:pPr algn="l"/>
            <a:r>
              <a:rPr lang="en-US" sz="18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2" name="presenton-item_body-slot-12 Placeholder"/>
          <p:cNvSpPr>
            <a:spLocks noGrp="1"/>
          </p:cNvSpPr>
          <p:nvPr>
            <p:ph type="body" idx="12"/>
          </p:nvPr>
        </p:nvSpPr>
        <p:spPr>
          <a:xfrm>
            <a:off x="1485900" y="4629150"/>
            <a:ext cx="44767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presenton-item_number-slot-13 Placeholder"/>
          <p:cNvSpPr>
            <a:spLocks noGrp="1"/>
          </p:cNvSpPr>
          <p:nvPr>
            <p:ph type="body" idx="13"/>
          </p:nvPr>
        </p:nvSpPr>
        <p:spPr>
          <a:xfrm>
            <a:off x="6248400" y="4133850"/>
            <a:ext cx="62865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3600"/>
            </a:lvl1pPr>
          </a:lstStyle>
          <a:p>
            <a:pPr algn="l"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presenton-item_heading-slot-14 Placeholder"/>
          <p:cNvSpPr>
            <a:spLocks noGrp="1"/>
          </p:cNvSpPr>
          <p:nvPr>
            <p:ph type="title" idx="14"/>
          </p:nvPr>
        </p:nvSpPr>
        <p:spPr>
          <a:xfrm>
            <a:off x="7010400" y="4210050"/>
            <a:ext cx="443865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1800"/>
            </a:lvl1pPr>
          </a:lstStyle>
          <a:p>
            <a:pPr algn="l"/>
            <a:r>
              <a:rPr lang="en-US" sz="18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5" name="presenton-item_body-slot-15 Placeholder"/>
          <p:cNvSpPr>
            <a:spLocks noGrp="1"/>
          </p:cNvSpPr>
          <p:nvPr>
            <p:ph type="body" idx="15"/>
          </p:nvPr>
        </p:nvSpPr>
        <p:spPr>
          <a:xfrm>
            <a:off x="7010400" y="4629150"/>
            <a:ext cx="4438650" cy="4953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1375601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mage-slot-27 Placeholder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3" name="presenton-headline_text-slot-2 Placeholder"/>
          <p:cNvSpPr>
            <a:spLocks noGrp="1"/>
          </p:cNvSpPr>
          <p:nvPr>
            <p:ph type="title" idx="2"/>
          </p:nvPr>
        </p:nvSpPr>
        <p:spPr>
          <a:xfrm>
            <a:off x="1828800" y="1885950"/>
            <a:ext cx="855345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3600"/>
            </a:lvl1pPr>
          </a:lstStyle>
          <a:p>
            <a:pPr algn="ctr"/>
            <a:r>
              <a:rPr lang="en-US" sz="3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presenton-image-slot-28 Placeholder"/>
          <p:cNvSpPr>
            <a:spLocks noGrp="1"/>
          </p:cNvSpPr>
          <p:nvPr>
            <p:ph type="pic" idx="3"/>
          </p:nvPr>
        </p:nvSpPr>
        <p:spPr>
          <a:xfrm>
            <a:off x="5867400" y="283845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quote_body_text-slot-4 Placeholder"/>
          <p:cNvSpPr>
            <a:spLocks noGrp="1"/>
          </p:cNvSpPr>
          <p:nvPr>
            <p:ph type="body" idx="4"/>
          </p:nvPr>
        </p:nvSpPr>
        <p:spPr>
          <a:xfrm>
            <a:off x="1828800" y="3524250"/>
            <a:ext cx="855345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2250"/>
            </a:lvl1pPr>
          </a:lstStyle>
          <a:p>
            <a:pPr algn="ctr" marL="0" indent="0">
              <a:buNone/>
            </a:pP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attribution_text-slot-5 Placeholder"/>
          <p:cNvSpPr>
            <a:spLocks noGrp="1"/>
          </p:cNvSpPr>
          <p:nvPr>
            <p:ph type="body" idx="5"/>
          </p:nvPr>
        </p:nvSpPr>
        <p:spPr>
          <a:xfrm>
            <a:off x="5322380" y="4781550"/>
            <a:ext cx="1566291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ctr"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9812830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title-slot-3 Placeholder"/>
          <p:cNvSpPr>
            <a:spLocks noGrp="1"/>
          </p:cNvSpPr>
          <p:nvPr>
            <p:ph type="title" idx="3"/>
          </p:nvPr>
        </p:nvSpPr>
        <p:spPr>
          <a:xfrm>
            <a:off x="762000" y="457200"/>
            <a:ext cx="106870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500"/>
            </a:lvl1pPr>
          </a:lstStyle>
          <a:p>
            <a:pPr algn="ctr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supporting_note-slot-4 Placeholder"/>
          <p:cNvSpPr>
            <a:spLocks noGrp="1"/>
          </p:cNvSpPr>
          <p:nvPr>
            <p:ph type="body" idx="4"/>
          </p:nvPr>
        </p:nvSpPr>
        <p:spPr>
          <a:xfrm>
            <a:off x="1828800" y="6096000"/>
            <a:ext cx="855345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200"/>
            </a:lvl1pPr>
          </a:lstStyle>
          <a:p>
            <a:pPr algn="ctr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41747964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main_heading-slot-1 Placeholder"/>
          <p:cNvSpPr>
            <a:spLocks noGrp="1"/>
          </p:cNvSpPr>
          <p:nvPr>
            <p:ph type="title" idx="1"/>
          </p:nvPr>
        </p:nvSpPr>
        <p:spPr>
          <a:xfrm>
            <a:off x="762000" y="838200"/>
            <a:ext cx="1068705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>
              <a:defRPr sz="4500"/>
            </a:lvl1pPr>
          </a:lstStyle>
          <a:p>
            <a:pPr algn="ctr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tem_number-slot-3 Placeholder"/>
          <p:cNvSpPr>
            <a:spLocks noGrp="1"/>
          </p:cNvSpPr>
          <p:nvPr>
            <p:ph type="body" idx="3"/>
          </p:nvPr>
        </p:nvSpPr>
        <p:spPr>
          <a:xfrm>
            <a:off x="762000" y="22098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tem_label-slot-4 Placeholder"/>
          <p:cNvSpPr>
            <a:spLocks noGrp="1"/>
          </p:cNvSpPr>
          <p:nvPr>
            <p:ph type="body" idx="4"/>
          </p:nvPr>
        </p:nvSpPr>
        <p:spPr>
          <a:xfrm>
            <a:off x="1447800" y="23050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presenton-page_number-slot-5 Placeholder"/>
          <p:cNvSpPr>
            <a:spLocks noGrp="1"/>
          </p:cNvSpPr>
          <p:nvPr>
            <p:ph type="body" idx="5"/>
          </p:nvPr>
        </p:nvSpPr>
        <p:spPr>
          <a:xfrm>
            <a:off x="5391150" y="2209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item_number-slot-7 Placeholder"/>
          <p:cNvSpPr>
            <a:spLocks noGrp="1"/>
          </p:cNvSpPr>
          <p:nvPr>
            <p:ph type="body" idx="7"/>
          </p:nvPr>
        </p:nvSpPr>
        <p:spPr>
          <a:xfrm>
            <a:off x="762000" y="29718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item_label-slot-8 Placeholder"/>
          <p:cNvSpPr>
            <a:spLocks noGrp="1"/>
          </p:cNvSpPr>
          <p:nvPr>
            <p:ph type="body" idx="8"/>
          </p:nvPr>
        </p:nvSpPr>
        <p:spPr>
          <a:xfrm>
            <a:off x="1447800" y="30670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page_number-slot-9 Placeholder"/>
          <p:cNvSpPr>
            <a:spLocks noGrp="1"/>
          </p:cNvSpPr>
          <p:nvPr>
            <p:ph type="body" idx="9"/>
          </p:nvPr>
        </p:nvSpPr>
        <p:spPr>
          <a:xfrm>
            <a:off x="5391150" y="2971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presenton-item_number-slot-11 Placeholder"/>
          <p:cNvSpPr>
            <a:spLocks noGrp="1"/>
          </p:cNvSpPr>
          <p:nvPr>
            <p:ph type="body" idx="11"/>
          </p:nvPr>
        </p:nvSpPr>
        <p:spPr>
          <a:xfrm>
            <a:off x="762000" y="37338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item_label-slot-12 Placeholder"/>
          <p:cNvSpPr>
            <a:spLocks noGrp="1"/>
          </p:cNvSpPr>
          <p:nvPr>
            <p:ph type="body" idx="12"/>
          </p:nvPr>
        </p:nvSpPr>
        <p:spPr>
          <a:xfrm>
            <a:off x="1447800" y="38290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presenton-page_number-slot-13 Placeholder"/>
          <p:cNvSpPr>
            <a:spLocks noGrp="1"/>
          </p:cNvSpPr>
          <p:nvPr>
            <p:ph type="body" idx="13"/>
          </p:nvPr>
        </p:nvSpPr>
        <p:spPr>
          <a:xfrm>
            <a:off x="5391150" y="3733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item_number-slot-15 Placeholder"/>
          <p:cNvSpPr>
            <a:spLocks noGrp="1"/>
          </p:cNvSpPr>
          <p:nvPr>
            <p:ph type="body" idx="15"/>
          </p:nvPr>
        </p:nvSpPr>
        <p:spPr>
          <a:xfrm>
            <a:off x="762000" y="44958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presenton-item_label-slot-16 Placeholder"/>
          <p:cNvSpPr>
            <a:spLocks noGrp="1"/>
          </p:cNvSpPr>
          <p:nvPr>
            <p:ph type="body" idx="16"/>
          </p:nvPr>
        </p:nvSpPr>
        <p:spPr>
          <a:xfrm>
            <a:off x="1447800" y="45910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presenton-page_number-slot-17 Placeholder"/>
          <p:cNvSpPr>
            <a:spLocks noGrp="1"/>
          </p:cNvSpPr>
          <p:nvPr>
            <p:ph type="body" idx="17"/>
          </p:nvPr>
        </p:nvSpPr>
        <p:spPr>
          <a:xfrm>
            <a:off x="5391150" y="4495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5" name="presenton-item_number-slot-19 Placeholder"/>
          <p:cNvSpPr>
            <a:spLocks noGrp="1"/>
          </p:cNvSpPr>
          <p:nvPr>
            <p:ph type="body" idx="19"/>
          </p:nvPr>
        </p:nvSpPr>
        <p:spPr>
          <a:xfrm>
            <a:off x="762000" y="52578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6" name="presenton-item_label-slot-20 Placeholder"/>
          <p:cNvSpPr>
            <a:spLocks noGrp="1"/>
          </p:cNvSpPr>
          <p:nvPr>
            <p:ph type="body" idx="20"/>
          </p:nvPr>
        </p:nvSpPr>
        <p:spPr>
          <a:xfrm>
            <a:off x="1447800" y="53530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7" name="presenton-page_number-slot-21 Placeholder"/>
          <p:cNvSpPr>
            <a:spLocks noGrp="1"/>
          </p:cNvSpPr>
          <p:nvPr>
            <p:ph type="body" idx="21"/>
          </p:nvPr>
        </p:nvSpPr>
        <p:spPr>
          <a:xfrm>
            <a:off x="5391150" y="5257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8" name="presenton-item_number-slot-23 Placeholder"/>
          <p:cNvSpPr>
            <a:spLocks noGrp="1"/>
          </p:cNvSpPr>
          <p:nvPr>
            <p:ph type="body" idx="23"/>
          </p:nvPr>
        </p:nvSpPr>
        <p:spPr>
          <a:xfrm>
            <a:off x="6324600" y="22098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9" name="presenton-item_label-slot-24 Placeholder"/>
          <p:cNvSpPr>
            <a:spLocks noGrp="1"/>
          </p:cNvSpPr>
          <p:nvPr>
            <p:ph type="body" idx="24"/>
          </p:nvPr>
        </p:nvSpPr>
        <p:spPr>
          <a:xfrm>
            <a:off x="7010400" y="23050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0" name="presenton-page_number-slot-25 Placeholder"/>
          <p:cNvSpPr>
            <a:spLocks noGrp="1"/>
          </p:cNvSpPr>
          <p:nvPr>
            <p:ph type="body" idx="25"/>
          </p:nvPr>
        </p:nvSpPr>
        <p:spPr>
          <a:xfrm>
            <a:off x="10953750" y="2209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1" name="presenton-item_number-slot-27 Placeholder"/>
          <p:cNvSpPr>
            <a:spLocks noGrp="1"/>
          </p:cNvSpPr>
          <p:nvPr>
            <p:ph type="body" idx="27"/>
          </p:nvPr>
        </p:nvSpPr>
        <p:spPr>
          <a:xfrm>
            <a:off x="6324600" y="29718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2" name="presenton-item_label-slot-28 Placeholder"/>
          <p:cNvSpPr>
            <a:spLocks noGrp="1"/>
          </p:cNvSpPr>
          <p:nvPr>
            <p:ph type="body" idx="28"/>
          </p:nvPr>
        </p:nvSpPr>
        <p:spPr>
          <a:xfrm>
            <a:off x="7010400" y="30670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3" name="presenton-page_number-slot-29 Placeholder"/>
          <p:cNvSpPr>
            <a:spLocks noGrp="1"/>
          </p:cNvSpPr>
          <p:nvPr>
            <p:ph type="body" idx="29"/>
          </p:nvPr>
        </p:nvSpPr>
        <p:spPr>
          <a:xfrm>
            <a:off x="10953750" y="2971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4" name="presenton-item_number-slot-31 Placeholder"/>
          <p:cNvSpPr>
            <a:spLocks noGrp="1"/>
          </p:cNvSpPr>
          <p:nvPr>
            <p:ph type="body" idx="31"/>
          </p:nvPr>
        </p:nvSpPr>
        <p:spPr>
          <a:xfrm>
            <a:off x="6324600" y="37338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5" name="presenton-item_label-slot-32 Placeholder"/>
          <p:cNvSpPr>
            <a:spLocks noGrp="1"/>
          </p:cNvSpPr>
          <p:nvPr>
            <p:ph type="body" idx="32"/>
          </p:nvPr>
        </p:nvSpPr>
        <p:spPr>
          <a:xfrm>
            <a:off x="7010400" y="38290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6" name="presenton-page_number-slot-33 Placeholder"/>
          <p:cNvSpPr>
            <a:spLocks noGrp="1"/>
          </p:cNvSpPr>
          <p:nvPr>
            <p:ph type="body" idx="33"/>
          </p:nvPr>
        </p:nvSpPr>
        <p:spPr>
          <a:xfrm>
            <a:off x="10953750" y="3733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7" name="presenton-item_number-slot-35 Placeholder"/>
          <p:cNvSpPr>
            <a:spLocks noGrp="1"/>
          </p:cNvSpPr>
          <p:nvPr>
            <p:ph type="body" idx="35"/>
          </p:nvPr>
        </p:nvSpPr>
        <p:spPr>
          <a:xfrm>
            <a:off x="6324600" y="44958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8" name="presenton-item_label-slot-36 Placeholder"/>
          <p:cNvSpPr>
            <a:spLocks noGrp="1"/>
          </p:cNvSpPr>
          <p:nvPr>
            <p:ph type="body" idx="36"/>
          </p:nvPr>
        </p:nvSpPr>
        <p:spPr>
          <a:xfrm>
            <a:off x="7010400" y="45910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9" name="presenton-page_number-slot-37 Placeholder"/>
          <p:cNvSpPr>
            <a:spLocks noGrp="1"/>
          </p:cNvSpPr>
          <p:nvPr>
            <p:ph type="body" idx="37"/>
          </p:nvPr>
        </p:nvSpPr>
        <p:spPr>
          <a:xfrm>
            <a:off x="10953750" y="4495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0" name="presenton-item_number-slot-39 Placeholder"/>
          <p:cNvSpPr>
            <a:spLocks noGrp="1"/>
          </p:cNvSpPr>
          <p:nvPr>
            <p:ph type="body" idx="39"/>
          </p:nvPr>
        </p:nvSpPr>
        <p:spPr>
          <a:xfrm>
            <a:off x="6324600" y="5257800"/>
            <a:ext cx="5334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1" name="presenton-item_label-slot-40 Placeholder"/>
          <p:cNvSpPr>
            <a:spLocks noGrp="1"/>
          </p:cNvSpPr>
          <p:nvPr>
            <p:ph type="body" idx="40"/>
          </p:nvPr>
        </p:nvSpPr>
        <p:spPr>
          <a:xfrm>
            <a:off x="7010400" y="5353050"/>
            <a:ext cx="3048000" cy="342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32" name="presenton-page_number-slot-41 Placeholder"/>
          <p:cNvSpPr>
            <a:spLocks noGrp="1"/>
          </p:cNvSpPr>
          <p:nvPr>
            <p:ph type="body" idx="41"/>
          </p:nvPr>
        </p:nvSpPr>
        <p:spPr>
          <a:xfrm>
            <a:off x="10953750" y="5257800"/>
            <a:ext cx="49530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6800282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Presenton General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esenton-intro_heading-slot-2 Placeholder"/>
          <p:cNvSpPr>
            <a:spLocks noGrp="1"/>
          </p:cNvSpPr>
          <p:nvPr>
            <p:ph type="title" idx="2"/>
          </p:nvPr>
        </p:nvSpPr>
        <p:spPr>
          <a:xfrm>
            <a:off x="762000" y="2019300"/>
            <a:ext cx="504825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>
              <a:defRPr sz="4500"/>
            </a:lvl1pPr>
          </a:lstStyle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presenton-intro_body-slot-3 Placeholder"/>
          <p:cNvSpPr>
            <a:spLocks noGrp="1"/>
          </p:cNvSpPr>
          <p:nvPr>
            <p:ph type="body" idx="3"/>
          </p:nvPr>
        </p:nvSpPr>
        <p:spPr>
          <a:xfrm>
            <a:off x="762000" y="3619500"/>
            <a:ext cx="5048250" cy="1333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4" name="presenton-image-slot-33 Placeholder"/>
          <p:cNvSpPr>
            <a:spLocks noGrp="1"/>
          </p:cNvSpPr>
          <p:nvPr>
            <p:ph type="pic" idx="4"/>
          </p:nvPr>
        </p:nvSpPr>
        <p:spPr>
          <a:xfrm>
            <a:off x="6991350" y="966788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5" name="presenton-profile_name-slot-5 Placeholder"/>
          <p:cNvSpPr>
            <a:spLocks noGrp="1"/>
          </p:cNvSpPr>
          <p:nvPr>
            <p:ph type="body" idx="5"/>
          </p:nvPr>
        </p:nvSpPr>
        <p:spPr>
          <a:xfrm>
            <a:off x="6400800" y="2300288"/>
            <a:ext cx="2419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ctr"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presenton-profile_role-slot-6 Placeholder"/>
          <p:cNvSpPr>
            <a:spLocks noGrp="1"/>
          </p:cNvSpPr>
          <p:nvPr>
            <p:ph type="body" idx="6"/>
          </p:nvPr>
        </p:nvSpPr>
        <p:spPr>
          <a:xfrm>
            <a:off x="6400800" y="2566988"/>
            <a:ext cx="2419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resenton-profile_description-slot-7 Placeholder"/>
          <p:cNvSpPr>
            <a:spLocks noGrp="1"/>
          </p:cNvSpPr>
          <p:nvPr>
            <p:ph type="body" idx="7"/>
          </p:nvPr>
        </p:nvSpPr>
        <p:spPr>
          <a:xfrm>
            <a:off x="6477000" y="2833688"/>
            <a:ext cx="2266950" cy="557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presenton-image-slot-34 Placeholder"/>
          <p:cNvSpPr>
            <a:spLocks noGrp="1"/>
          </p:cNvSpPr>
          <p:nvPr>
            <p:ph type="pic" idx="8"/>
          </p:nvPr>
        </p:nvSpPr>
        <p:spPr>
          <a:xfrm>
            <a:off x="9515475" y="966788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9" name="presenton-profile_name-slot-9 Placeholder"/>
          <p:cNvSpPr>
            <a:spLocks noGrp="1"/>
          </p:cNvSpPr>
          <p:nvPr>
            <p:ph type="body" idx="9"/>
          </p:nvPr>
        </p:nvSpPr>
        <p:spPr>
          <a:xfrm>
            <a:off x="8924925" y="2300288"/>
            <a:ext cx="2419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ctr"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presenton-profile_role-slot-10 Placeholder"/>
          <p:cNvSpPr>
            <a:spLocks noGrp="1"/>
          </p:cNvSpPr>
          <p:nvPr>
            <p:ph type="body" idx="10"/>
          </p:nvPr>
        </p:nvSpPr>
        <p:spPr>
          <a:xfrm>
            <a:off x="8924925" y="2566988"/>
            <a:ext cx="2419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presenton-profile_description-slot-11 Placeholder"/>
          <p:cNvSpPr>
            <a:spLocks noGrp="1"/>
          </p:cNvSpPr>
          <p:nvPr>
            <p:ph type="body" idx="11"/>
          </p:nvPr>
        </p:nvSpPr>
        <p:spPr>
          <a:xfrm>
            <a:off x="9001125" y="2833688"/>
            <a:ext cx="2266950" cy="557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presenton-image-slot-35 Placeholder"/>
          <p:cNvSpPr>
            <a:spLocks noGrp="1"/>
          </p:cNvSpPr>
          <p:nvPr>
            <p:ph type="pic" idx="12"/>
          </p:nvPr>
        </p:nvSpPr>
        <p:spPr>
          <a:xfrm>
            <a:off x="6991350" y="3505200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3" name="presenton-profile_name-slot-13 Placeholder"/>
          <p:cNvSpPr>
            <a:spLocks noGrp="1"/>
          </p:cNvSpPr>
          <p:nvPr>
            <p:ph type="body" idx="13"/>
          </p:nvPr>
        </p:nvSpPr>
        <p:spPr>
          <a:xfrm>
            <a:off x="6400800" y="4838700"/>
            <a:ext cx="2419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ctr"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presenton-profile_role-slot-14 Placeholder"/>
          <p:cNvSpPr>
            <a:spLocks noGrp="1"/>
          </p:cNvSpPr>
          <p:nvPr>
            <p:ph type="body" idx="14"/>
          </p:nvPr>
        </p:nvSpPr>
        <p:spPr>
          <a:xfrm>
            <a:off x="6400800" y="5105400"/>
            <a:ext cx="2419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5" name="presenton-profile_description-slot-15 Placeholder"/>
          <p:cNvSpPr>
            <a:spLocks noGrp="1"/>
          </p:cNvSpPr>
          <p:nvPr>
            <p:ph type="body" idx="15"/>
          </p:nvPr>
        </p:nvSpPr>
        <p:spPr>
          <a:xfrm>
            <a:off x="6477000" y="5372100"/>
            <a:ext cx="2266950" cy="557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6" name="presenton-image-slot-36 Placeholder"/>
          <p:cNvSpPr>
            <a:spLocks noGrp="1"/>
          </p:cNvSpPr>
          <p:nvPr>
            <p:ph type="pic" idx="16"/>
          </p:nvPr>
        </p:nvSpPr>
        <p:spPr>
          <a:xfrm>
            <a:off x="9515475" y="3505200"/>
            <a:ext cx="1219200" cy="12192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rmAutofit/>
          </a:bodyPr>
          <a:lstStyle/>
          <a:p>
            <a:r>
              <a:t>Click to add picture</a:t>
            </a:r>
            <a:endParaRPr lang="en-US"/>
          </a:p>
        </p:txBody>
      </p:sp>
      <p:sp>
        <p:nvSpPr>
          <p:cNvPr id="17" name="presenton-profile_name-slot-17 Placeholder"/>
          <p:cNvSpPr>
            <a:spLocks noGrp="1"/>
          </p:cNvSpPr>
          <p:nvPr>
            <p:ph type="body" idx="17"/>
          </p:nvPr>
        </p:nvSpPr>
        <p:spPr>
          <a:xfrm>
            <a:off x="8924925" y="4838700"/>
            <a:ext cx="2419350" cy="266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350"/>
            </a:lvl1pPr>
          </a:lstStyle>
          <a:p>
            <a:pPr algn="ctr"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8" name="presenton-profile_role-slot-18 Placeholder"/>
          <p:cNvSpPr>
            <a:spLocks noGrp="1"/>
          </p:cNvSpPr>
          <p:nvPr>
            <p:ph type="body" idx="18"/>
          </p:nvPr>
        </p:nvSpPr>
        <p:spPr>
          <a:xfrm>
            <a:off x="8924925" y="5105400"/>
            <a:ext cx="2419350" cy="190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1050"/>
            </a:lvl1pPr>
          </a:lstStyle>
          <a:p>
            <a:pPr algn="ctr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9" name="presenton-profile_description-slot-19 Placeholder"/>
          <p:cNvSpPr>
            <a:spLocks noGrp="1"/>
          </p:cNvSpPr>
          <p:nvPr>
            <p:ph type="body" idx="19"/>
          </p:nvPr>
        </p:nvSpPr>
        <p:spPr>
          <a:xfrm>
            <a:off x="9001125" y="5372100"/>
            <a:ext cx="2266950" cy="5572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rmAutofit/>
          </a:bodyPr>
          <a:lstStyle>
            <a:lvl1pPr marL="0" indent="0">
              <a:buNone/>
              <a:defRPr sz="900"/>
            </a:lvl1pPr>
          </a:lstStyle>
          <a:p>
            <a:pPr algn="ctr"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274412009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  <Relationship Id="rId16" Type="http://schemas.openxmlformats.org/officeDocument/2006/relationships/slideLayout" Target="../slideLayouts/slideLayout15.xml"/>
  <Relationship Id="rId17" Type="http://schemas.openxmlformats.org/officeDocument/2006/relationships/slideLayout" Target="../slideLayouts/slideLayout16.xml"/>
  <Relationship Id="rId18" Type="http://schemas.openxmlformats.org/officeDocument/2006/relationships/slideLayout" Target="../slideLayouts/slideLayout17.xml"/>
  <Relationship Id="rId19" Type="http://schemas.openxmlformats.org/officeDocument/2006/relationships/slideLayout" Target="../slideLayouts/slideLayout18.xml"/>
  <Relationship Id="rId20" Type="http://schemas.openxmlformats.org/officeDocument/2006/relationships/slideLayout" Target="../slideLayouts/slideLayout19.xml"/>
  <Relationship Id="rId21" Type="http://schemas.openxmlformats.org/officeDocument/2006/relationships/slideLayout" Target="../slideLayouts/slideLayout20.xml"/>
  <Relationship Id="rId22" Type="http://schemas.openxmlformats.org/officeDocument/2006/relationships/slideLayout" Target="../slideLayouts/slideLayout21.xml"/>
  <Relationship Id="rId23" Type="http://schemas.openxmlformats.org/officeDocument/2006/relationships/slideLayout" Target="../slideLayouts/slideLayout22.xml"/>
  <Relationship Id="rId24" Type="http://schemas.openxmlformats.org/officeDocument/2006/relationships/slideLayout" Target="../slideLayouts/slideLayout23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Presenton General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txStyles>
    <p:titleStyle>
      <a:lvl1pPr algn="ctr" defTabSz="457200" rtl="0" eaLnBrk="1" latinLnBrk="0" hangingPunct="1"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7ca0c75f9e0b9e1.png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27ca0c75f9e0b9e1.png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dd586cc51623585e.png"/>
  <Relationship Id="rId3" Type="http://schemas.openxmlformats.org/officeDocument/2006/relationships/image" Target="../media/image_618da8794c670a94.png"/>
  <Relationship Id="rId4" Type="http://schemas.openxmlformats.org/officeDocument/2006/relationships/image" Target="../media/image_28f266dc9fe7e817.png"/>
  <Relationship Id="rId5" Type="http://schemas.openxmlformats.org/officeDocument/2006/relationships/image" Target="../media/image_2177f894a24b5d31.png"/>
  <Relationship Id="rId6" Type="http://schemas.openxmlformats.org/officeDocument/2006/relationships/image" Target="../media/image_7f434cc2d0ea881b.svg"/>
  <Relationship Id="rId7" Type="http://schemas.openxmlformats.org/officeDocument/2006/relationships/image" Target="../media/image_7f434cc2d0ea881b.svg"/>
  <Relationship Id="rId8" Type="http://schemas.openxmlformats.org/officeDocument/2006/relationships/image" Target="../media/image_7f434cc2d0ea881b.svg"/>
  <Relationship Id="rId9" Type="http://schemas.openxmlformats.org/officeDocument/2006/relationships/image" Target="../media/image_7f434cc2d0ea881b.svg"/>
  <Relationship Id="rId10" Type="http://schemas.openxmlformats.org/officeDocument/2006/relationships/image" Target="../media/image_27ca0c75f9e0b9e1.png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image" Target="../media/image_ee2886d82f8b6280.png"/>
  <Relationship Id="rId3" Type="http://schemas.openxmlformats.org/officeDocument/2006/relationships/image" Target="../media/image_e938c50d1e49bd85.png"/>
  <Relationship Id="rId4" Type="http://schemas.openxmlformats.org/officeDocument/2006/relationships/image" Target="../media/image_27ca0c75f9e0b9e1.png"/>
  <Relationship Id="rId5" Type="http://schemas.openxmlformats.org/officeDocument/2006/relationships/image" Target="../media/image_7f434cc2d0ea881b.svg"/>
  <Relationship Id="rId6" Type="http://schemas.openxmlformats.org/officeDocument/2006/relationships/image" Target="../media/image_7f434cc2d0ea881b.svg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642a8ea93898a6f9.png"/>
  <Relationship Id="rId3" Type="http://schemas.openxmlformats.org/officeDocument/2006/relationships/image" Target="../media/image_c24cad88ddf6b2f1.png"/>
  <Relationship Id="rId4" Type="http://schemas.openxmlformats.org/officeDocument/2006/relationships/image" Target="../media/image_8b80b7b6fa47db4e.png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dc1e0efd4a30939f.png"/>
  <Relationship Id="rId3" Type="http://schemas.openxmlformats.org/officeDocument/2006/relationships/image" Target="../media/image_e46f69944d73b802.png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image" Target="../media/image_41648333dc334142.png"/>
  <Relationship Id="rId3" Type="http://schemas.openxmlformats.org/officeDocument/2006/relationships/image" Target="../media/image_9c92a14da73b3d68.png"/>
  <Relationship Id="rId4" Type="http://schemas.openxmlformats.org/officeDocument/2006/relationships/image" Target="../media/image_27ca0c75f9e0b9e1.png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fbc5c7403ee2280c.png"/>
  <Relationship Id="rId3" Type="http://schemas.openxmlformats.org/officeDocument/2006/relationships/image" Target="../media/image_27ca0c75f9e0b9e1.png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image" Target="../media/image_27ca0c75f9e0b9e1.png"/>
  <Relationship Id="rId3" Type="http://schemas.openxmlformats.org/officeDocument/2006/relationships/image" Target="../media/image_7f434cc2d0ea881b.svg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  <Relationship Id="rId2" Type="http://schemas.openxmlformats.org/officeDocument/2006/relationships/image" Target="../media/image_dc1e0efd4a30939f.png"/>
  <Relationship Id="rId3" Type="http://schemas.openxmlformats.org/officeDocument/2006/relationships/image" Target="../media/image_e46f69944d73b802.png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2.xml"/>
  <Relationship Id="rId2" Type="http://schemas.openxmlformats.org/officeDocument/2006/relationships/image" Target="../media/image_f409f619ef8f75dd.png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3.xml"/>
  <Relationship Id="rId2" Type="http://schemas.openxmlformats.org/officeDocument/2006/relationships/image" Target="../media/image_a1b4b0dc3b62c7be.png"/>
  <Relationship Id="rId3" Type="http://schemas.openxmlformats.org/officeDocument/2006/relationships/image" Target="../media/image_27ca0c75f9e0b9e1.png"/>
  <Relationship Id="rId4" Type="http://schemas.openxmlformats.org/officeDocument/2006/relationships/image" Target="../media/image_27ca0c75f9e0b9e1.png"/>
  <Relationship Id="rId5" Type="http://schemas.openxmlformats.org/officeDocument/2006/relationships/image" Target="../media/image_27ca0c75f9e0b9e1.png"/>
  <Relationship Id="rId6" Type="http://schemas.openxmlformats.org/officeDocument/2006/relationships/image" Target="../media/image_27ca0c75f9e0b9e1.png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838200" y="1981200"/>
            <a:ext cx="4876800" cy="3048000"/>
          </a:xfrm>
          <a:custGeom>
            <a:avLst/>
            <a:gdLst/>
            <a:ahLst/>
            <a:cxnLst/>
            <a:rect l="l" t="t" r="r" b="b"/>
            <a:pathLst>
              <a:path w="4876800" h="3048000">
                <a:moveTo>
                  <a:pt x="0" y="0"/>
                </a:moveTo>
                <a:lnTo>
                  <a:pt x="4876800" y="0"/>
                </a:lnTo>
                <a:lnTo>
                  <a:pt x="4876800" y="3048000"/>
                </a:lnTo>
                <a:lnTo>
                  <a:pt x="0" y="304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5" name="presenton-image-slot-1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8334" r="0" b="8333"/>
          <a:stretch>
            <a:fillRect/>
          </a:stretch>
        </p:blipFill>
        <p:spPr>
          <a:xfrm>
            <a:off x="838200" y="1981200"/>
            <a:ext cx="4876800" cy="3048000"/>
          </a:xfrm>
          <a:prstGeom prst="rect">
            <a:avLst/>
          </a:prstGeom>
        </p:spPr>
      </p:pic>
      <p:sp>
        <p:nvSpPr>
          <p:cNvPr id="6" name="presenton-headline_text-slot-2 Placeholder Carrier"/>
          <p:cNvSpPr txBox="1"/>
          <p:nvPr>
            <p:ph type="title" idx="2"/>
          </p:nvPr>
        </p:nvSpPr>
        <p:spPr>
          <a:xfrm>
            <a:off x="6381750" y="1638300"/>
            <a:ext cx="319689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olygon 7"/>
          <p:cNvSpPr/>
          <p:nvPr/>
        </p:nvSpPr>
        <p:spPr>
          <a:xfrm>
            <a:off x="6400800" y="2924175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8" name="presenton-body_copy-slot-3 Placeholder Carrier"/>
          <p:cNvSpPr txBox="1"/>
          <p:nvPr>
            <p:ph type="body" idx="3"/>
          </p:nvPr>
        </p:nvSpPr>
        <p:spPr>
          <a:xfrm>
            <a:off x="6393942" y="3216592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olygon 9"/>
          <p:cNvSpPr/>
          <p:nvPr/>
        </p:nvSpPr>
        <p:spPr>
          <a:xfrm>
            <a:off x="6400800" y="4486275"/>
            <a:ext cx="5029200" cy="971550"/>
          </a:xfrm>
          <a:custGeom>
            <a:avLst/>
            <a:gdLst/>
            <a:ahLst/>
            <a:cxnLst/>
            <a:rect l="l" t="t" r="r" b="b"/>
            <a:pathLst>
              <a:path w="5029200" h="971550">
                <a:moveTo>
                  <a:pt x="0" y="0"/>
                </a:moveTo>
                <a:lnTo>
                  <a:pt x="5029200" y="0"/>
                </a:lnTo>
                <a:lnTo>
                  <a:pt x="5029200" y="971550"/>
                </a:lnTo>
                <a:lnTo>
                  <a:pt x="0" y="971550"/>
                </a:lnTo>
                <a:close/>
              </a:path>
            </a:pathLst>
          </a:custGeom>
          <a:solidFill>
            <a:schemeClr val="lt1"/>
          </a:solidFill>
          <a:ln w="9525">
            <a:solidFill>
              <a:srgbClr val="E5E7EB">
                <a:alpha val="0"/>
              </a:srgbClr>
            </a:solidFill>
          </a:ln>
        </p:spPr>
      </p:sp>
      <p:sp>
        <p:nvSpPr>
          <p:cNvPr id="10" name="Polygon 10"/>
          <p:cNvSpPr/>
          <p:nvPr/>
        </p:nvSpPr>
        <p:spPr>
          <a:xfrm>
            <a:off x="6638925" y="47434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457200" y="228600"/>
                </a:lnTo>
                <a:lnTo>
                  <a:pt x="228600" y="457200"/>
                </a:lnTo>
                <a:lnTo>
                  <a:pt x="0" y="2286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11" name="presenton-avatar_initials-slot-4 Placeholder Carrier"/>
          <p:cNvSpPr txBox="1"/>
          <p:nvPr>
            <p:ph type="body" idx="4"/>
          </p:nvPr>
        </p:nvSpPr>
        <p:spPr>
          <a:xfrm>
            <a:off x="6458742" y="4880610"/>
            <a:ext cx="836615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attribution_name-slot-5 Placeholder Carrier"/>
          <p:cNvSpPr txBox="1"/>
          <p:nvPr>
            <p:ph type="body" idx="5"/>
          </p:nvPr>
        </p:nvSpPr>
        <p:spPr>
          <a:xfrm>
            <a:off x="7240905" y="47529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b="1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attribution_detail-slot-6 Placeholder Carrier"/>
          <p:cNvSpPr txBox="1"/>
          <p:nvPr>
            <p:ph type="body" idx="6"/>
          </p:nvPr>
        </p:nvSpPr>
        <p:spPr>
          <a:xfrm>
            <a:off x="7242429" y="501396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olygon 4"/>
          <p:cNvSpPr/>
          <p:nvPr/>
        </p:nvSpPr>
        <p:spPr>
          <a:xfrm>
            <a:off x="838200" y="1752600"/>
            <a:ext cx="4876800" cy="3048000"/>
          </a:xfrm>
          <a:custGeom>
            <a:avLst/>
            <a:gdLst/>
            <a:ahLst/>
            <a:cxnLst/>
            <a:rect l="l" t="t" r="r" b="b"/>
            <a:pathLst>
              <a:path w="4876800" h="3048000">
                <a:moveTo>
                  <a:pt x="0" y="0"/>
                </a:moveTo>
                <a:lnTo>
                  <a:pt x="4876800" y="0"/>
                </a:lnTo>
                <a:lnTo>
                  <a:pt x="4876800" y="3048000"/>
                </a:lnTo>
                <a:lnTo>
                  <a:pt x="0" y="304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5" name="presenton-image-slot-2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8334" r="0" b="8333"/>
          <a:stretch>
            <a:fillRect/>
          </a:stretch>
        </p:blipFill>
        <p:spPr>
          <a:xfrm>
            <a:off x="838200" y="1752600"/>
            <a:ext cx="4876800" cy="3048000"/>
          </a:xfrm>
          <a:prstGeom prst="rect">
            <a:avLst/>
          </a:prstGeom>
        </p:spPr>
      </p:pic>
      <p:sp>
        <p:nvSpPr>
          <p:cNvPr id="6" name="presenton-primary_heading-slot-2 Placeholder Carrier"/>
          <p:cNvSpPr txBox="1"/>
          <p:nvPr>
            <p:ph type="title" idx="2"/>
          </p:nvPr>
        </p:nvSpPr>
        <p:spPr>
          <a:xfrm>
            <a:off x="6381750" y="1985677"/>
            <a:ext cx="319689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olygon 7"/>
          <p:cNvSpPr/>
          <p:nvPr/>
        </p:nvSpPr>
        <p:spPr>
          <a:xfrm>
            <a:off x="6400800" y="3271552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8" name="presenton-supporting_paragraph-slot-3 Placeholder Carrier"/>
          <p:cNvSpPr txBox="1"/>
          <p:nvPr>
            <p:ph type="body" idx="3"/>
          </p:nvPr>
        </p:nvSpPr>
        <p:spPr>
          <a:xfrm>
            <a:off x="6393942" y="3494627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" cy="68580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638800"/>
            <a:ext cx="1828800" cy="1219200"/>
          </a:xfrm>
          <a:prstGeom prst="rect">
            <a:avLst/>
          </a:prstGeom>
        </p:spPr>
      </p:pic>
      <p:pic>
        <p:nvPicPr>
          <p:cNvPr id="6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0400" y="762000"/>
            <a:ext cx="304800" cy="304800"/>
          </a:xfrm>
          <a:prstGeom prst="rect">
            <a:avLst/>
          </a:prstGeom>
        </p:spPr>
      </p:pic>
      <p:pic>
        <p:nvPicPr>
          <p:cNvPr id="7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066800"/>
            <a:ext cx="762000" cy="190500"/>
          </a:xfrm>
          <a:prstGeom prst="rect">
            <a:avLst/>
          </a:prstGeom>
        </p:spPr>
      </p:pic>
      <p:sp>
        <p:nvSpPr>
          <p:cNvPr id="8" name="presenton-slide_headline-slot-5 Placeholder Carrier"/>
          <p:cNvSpPr txBox="1"/>
          <p:nvPr>
            <p:ph type="title" idx="5"/>
          </p:nvPr>
        </p:nvSpPr>
        <p:spPr>
          <a:xfrm>
            <a:off x="755047" y="499777"/>
            <a:ext cx="3828654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54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olygon 9"/>
          <p:cNvSpPr/>
          <p:nvPr/>
        </p:nvSpPr>
        <p:spPr>
          <a:xfrm>
            <a:off x="854107" y="20067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457200" y="228600"/>
                </a:lnTo>
                <a:lnTo>
                  <a:pt x="228600" y="457200"/>
                </a:lnTo>
                <a:lnTo>
                  <a:pt x="0" y="2286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10" name="presenton-image-slot-7 Placeholder Carrier"/>
          <p:cNvPicPr>
            <a:picLocks noChangeAspect="1"/>
          </p:cNvPicPr>
          <p:nvPr>
            <p:ph type="pic" idx="6"/>
          </p:nvPr>
        </p:nvPicPr>
        <p:blipFill>
          <a:blip r:embed="rId6"/>
          <a:stretch>
            <a:fillRect/>
          </a:stretch>
        </p:blipFill>
        <p:spPr>
          <a:xfrm>
            <a:off x="968407" y="2123884"/>
            <a:ext cx="228600" cy="228600"/>
          </a:xfrm>
          <a:prstGeom prst="rect">
            <a:avLst/>
          </a:prstGeom>
        </p:spPr>
      </p:pic>
      <p:sp>
        <p:nvSpPr>
          <p:cNvPr id="11" name="presenton-feature_title-slot-7 Placeholder Carrier"/>
          <p:cNvSpPr txBox="1"/>
          <p:nvPr>
            <p:ph type="title" idx="7"/>
          </p:nvPr>
        </p:nvSpPr>
        <p:spPr>
          <a:xfrm>
            <a:off x="1456087" y="2035302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2" name="presenton-feature_description-slot-8 Placeholder Carrier"/>
          <p:cNvSpPr txBox="1"/>
          <p:nvPr>
            <p:ph type="body" idx="8"/>
          </p:nvPr>
        </p:nvSpPr>
        <p:spPr>
          <a:xfrm>
            <a:off x="1470470" y="2331530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olygon 13"/>
          <p:cNvSpPr/>
          <p:nvPr/>
        </p:nvSpPr>
        <p:spPr>
          <a:xfrm>
            <a:off x="4064032" y="2006727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457200" y="228600"/>
                </a:lnTo>
                <a:lnTo>
                  <a:pt x="228600" y="457200"/>
                </a:lnTo>
                <a:lnTo>
                  <a:pt x="0" y="2286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14" name="presenton-image-slot-8 Placeholder Carrier"/>
          <p:cNvPicPr>
            <a:picLocks noChangeAspect="1"/>
          </p:cNvPicPr>
          <p:nvPr>
            <p:ph type="pic" idx="9"/>
          </p:nvPr>
        </p:nvPicPr>
        <p:blipFill>
          <a:blip r:embed="rId7"/>
          <a:stretch>
            <a:fillRect/>
          </a:stretch>
        </p:blipFill>
        <p:spPr>
          <a:xfrm>
            <a:off x="4178332" y="2123884"/>
            <a:ext cx="228600" cy="228600"/>
          </a:xfrm>
          <a:prstGeom prst="rect">
            <a:avLst/>
          </a:prstGeom>
        </p:spPr>
      </p:pic>
      <p:sp>
        <p:nvSpPr>
          <p:cNvPr id="15" name="presenton-feature_title-slot-10 Placeholder Carrier"/>
          <p:cNvSpPr txBox="1"/>
          <p:nvPr>
            <p:ph type="title" idx="10"/>
          </p:nvPr>
        </p:nvSpPr>
        <p:spPr>
          <a:xfrm>
            <a:off x="4666012" y="2035302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6" name="presenton-feature_description-slot-11 Placeholder Carrier"/>
          <p:cNvSpPr txBox="1"/>
          <p:nvPr>
            <p:ph type="body" idx="11"/>
          </p:nvPr>
        </p:nvSpPr>
        <p:spPr>
          <a:xfrm>
            <a:off x="4656201" y="2307431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Polygon 17"/>
          <p:cNvSpPr/>
          <p:nvPr/>
        </p:nvSpPr>
        <p:spPr>
          <a:xfrm>
            <a:off x="854107" y="3227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457200" y="228600"/>
                </a:lnTo>
                <a:lnTo>
                  <a:pt x="228600" y="457200"/>
                </a:lnTo>
                <a:lnTo>
                  <a:pt x="0" y="2286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18" name="presenton-image-slot-9 Placeholder Carrier"/>
          <p:cNvPicPr>
            <a:picLocks noChangeAspect="1"/>
          </p:cNvPicPr>
          <p:nvPr>
            <p:ph type="pic" idx="12"/>
          </p:nvPr>
        </p:nvPicPr>
        <p:blipFill>
          <a:blip r:embed="rId8"/>
          <a:stretch>
            <a:fillRect/>
          </a:stretch>
        </p:blipFill>
        <p:spPr>
          <a:xfrm>
            <a:off x="968407" y="3345132"/>
            <a:ext cx="228600" cy="228600"/>
          </a:xfrm>
          <a:prstGeom prst="rect">
            <a:avLst/>
          </a:prstGeom>
        </p:spPr>
      </p:pic>
      <p:sp>
        <p:nvSpPr>
          <p:cNvPr id="19" name="presenton-feature_title-slot-13 Placeholder Carrier"/>
          <p:cNvSpPr txBox="1"/>
          <p:nvPr>
            <p:ph type="title" idx="13"/>
          </p:nvPr>
        </p:nvSpPr>
        <p:spPr>
          <a:xfrm>
            <a:off x="1456087" y="3256550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0" name="presenton-feature_description-slot-14 Placeholder Carrier"/>
          <p:cNvSpPr txBox="1"/>
          <p:nvPr>
            <p:ph type="body" idx="14"/>
          </p:nvPr>
        </p:nvSpPr>
        <p:spPr>
          <a:xfrm>
            <a:off x="1458373" y="3552777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1" name="Polygon 21"/>
          <p:cNvSpPr/>
          <p:nvPr/>
        </p:nvSpPr>
        <p:spPr>
          <a:xfrm>
            <a:off x="4064032" y="322797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457200" y="228600"/>
                </a:lnTo>
                <a:lnTo>
                  <a:pt x="228600" y="457200"/>
                </a:lnTo>
                <a:lnTo>
                  <a:pt x="0" y="2286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22" name="presenton-image-slot-10 Placeholder Carrier"/>
          <p:cNvPicPr>
            <a:picLocks noChangeAspect="1"/>
          </p:cNvPicPr>
          <p:nvPr>
            <p:ph type="pic" idx="15"/>
          </p:nvPr>
        </p:nvPicPr>
        <p:blipFill>
          <a:blip r:embed="rId9"/>
          <a:stretch>
            <a:fillRect/>
          </a:stretch>
        </p:blipFill>
        <p:spPr>
          <a:xfrm>
            <a:off x="4178332" y="3345132"/>
            <a:ext cx="228600" cy="228600"/>
          </a:xfrm>
          <a:prstGeom prst="rect">
            <a:avLst/>
          </a:prstGeom>
        </p:spPr>
      </p:pic>
      <p:sp>
        <p:nvSpPr>
          <p:cNvPr id="23" name="presenton-feature_title-slot-16 Placeholder Carrier"/>
          <p:cNvSpPr txBox="1"/>
          <p:nvPr>
            <p:ph type="title" idx="16"/>
          </p:nvPr>
        </p:nvSpPr>
        <p:spPr>
          <a:xfrm>
            <a:off x="4666012" y="3256550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24" name="presenton-feature_description-slot-17 Placeholder Carrier"/>
          <p:cNvSpPr txBox="1"/>
          <p:nvPr>
            <p:ph type="body" idx="17"/>
          </p:nvPr>
        </p:nvSpPr>
        <p:spPr>
          <a:xfrm>
            <a:off x="4668298" y="3552777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5" name="Polygon 25"/>
          <p:cNvSpPr/>
          <p:nvPr/>
        </p:nvSpPr>
        <p:spPr>
          <a:xfrm>
            <a:off x="7772400" y="1981200"/>
            <a:ext cx="3657600" cy="3048000"/>
          </a:xfrm>
          <a:custGeom>
            <a:avLst/>
            <a:gdLst/>
            <a:ahLst/>
            <a:cxnLst/>
            <a:rect l="l" t="t" r="r" b="b"/>
            <a:pathLst>
              <a:path w="3657600" h="3048000">
                <a:moveTo>
                  <a:pt x="0" y="0"/>
                </a:moveTo>
                <a:lnTo>
                  <a:pt x="3657600" y="0"/>
                </a:lnTo>
                <a:lnTo>
                  <a:pt x="3657600" y="3048000"/>
                </a:lnTo>
                <a:lnTo>
                  <a:pt x="0" y="304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26" name="presenton-image-slot-11 Placeholder Carrier"/>
          <p:cNvPicPr>
            <a:picLocks noChangeAspect="1"/>
          </p:cNvPicPr>
          <p:nvPr>
            <p:ph type="pic" idx="18"/>
          </p:nvPr>
        </p:nvPicPr>
        <p:blipFill>
          <a:blip r:embed="rId10"/>
          <a:srcRect l="5000" t="0" r="5000" b="0"/>
          <a:stretch>
            <a:fillRect/>
          </a:stretch>
        </p:blipFill>
        <p:spPr>
          <a:xfrm>
            <a:off x="7772400" y="1981200"/>
            <a:ext cx="3657600" cy="3048000"/>
          </a:xfrm>
          <a:prstGeom prst="rect">
            <a:avLst/>
          </a:prstGeom>
        </p:spPr>
      </p:pic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33500"/>
            <a:ext cx="5029200" cy="52197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2095500"/>
            <a:ext cx="228600" cy="228600"/>
          </a:xfrm>
          <a:prstGeom prst="rect">
            <a:avLst/>
          </a:prstGeom>
        </p:spPr>
      </p:pic>
      <p:sp>
        <p:nvSpPr>
          <p:cNvPr id="6" name="presenton-main_heading-slot-3 Placeholder Carrier"/>
          <p:cNvSpPr txBox="1"/>
          <p:nvPr>
            <p:ph type="title" idx="3"/>
          </p:nvPr>
        </p:nvSpPr>
        <p:spPr>
          <a:xfrm>
            <a:off x="742950" y="542925"/>
            <a:ext cx="319689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olygon 7"/>
          <p:cNvSpPr/>
          <p:nvPr/>
        </p:nvSpPr>
        <p:spPr>
          <a:xfrm>
            <a:off x="1143000" y="2419350"/>
            <a:ext cx="4267200" cy="3048000"/>
          </a:xfrm>
          <a:custGeom>
            <a:avLst/>
            <a:gdLst/>
            <a:ahLst/>
            <a:cxnLst/>
            <a:rect l="l" t="t" r="r" b="b"/>
            <a:pathLst>
              <a:path w="4267200" h="3048000">
                <a:moveTo>
                  <a:pt x="0" y="0"/>
                </a:moveTo>
                <a:lnTo>
                  <a:pt x="4267200" y="0"/>
                </a:lnTo>
                <a:lnTo>
                  <a:pt x="4267200" y="3048000"/>
                </a:lnTo>
                <a:lnTo>
                  <a:pt x="0" y="304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8" name="presenton-image-slot-14 Placeholder Carrier"/>
          <p:cNvPicPr>
            <a:picLocks noChangeAspect="1"/>
          </p:cNvPicPr>
          <p:nvPr>
            <p:ph type="pic" idx="4"/>
          </p:nvPr>
        </p:nvPicPr>
        <p:blipFill>
          <a:blip r:embed="rId4"/>
          <a:srcRect l="0" t="2381" r="0" b="2381"/>
          <a:stretch>
            <a:fillRect/>
          </a:stretch>
        </p:blipFill>
        <p:spPr>
          <a:xfrm>
            <a:off x="1143000" y="2419350"/>
            <a:ext cx="4267200" cy="3048000"/>
          </a:xfrm>
          <a:prstGeom prst="rect">
            <a:avLst/>
          </a:prstGeom>
        </p:spPr>
      </p:pic>
      <p:sp>
        <p:nvSpPr>
          <p:cNvPr id="9" name="presenton-intro_paragraph-slot-5 Placeholder Carrier"/>
          <p:cNvSpPr txBox="1"/>
          <p:nvPr>
            <p:ph type="body" idx="5"/>
          </p:nvPr>
        </p:nvSpPr>
        <p:spPr>
          <a:xfrm>
            <a:off x="6393942" y="1394650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olygon 10"/>
          <p:cNvSpPr/>
          <p:nvPr/>
        </p:nvSpPr>
        <p:spPr>
          <a:xfrm>
            <a:off x="6400800" y="251193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11" name="presenton-image-slot-15 Placeholder Carrier"/>
          <p:cNvPicPr>
            <a:picLocks noChangeAspect="1"/>
          </p:cNvPicPr>
          <p:nvPr>
            <p:ph type="pic" idx="6"/>
          </p:nvPr>
        </p:nvPicPr>
        <p:blipFill>
          <a:blip r:embed="rId5"/>
          <a:stretch>
            <a:fillRect/>
          </a:stretch>
        </p:blipFill>
        <p:spPr>
          <a:xfrm>
            <a:off x="6515100" y="2629090"/>
            <a:ext cx="228600" cy="228600"/>
          </a:xfrm>
          <a:prstGeom prst="rect">
            <a:avLst/>
          </a:prstGeom>
        </p:spPr>
      </p:pic>
      <p:sp>
        <p:nvSpPr>
          <p:cNvPr id="12" name="presenton-feature_title-slot-7 Placeholder Carrier"/>
          <p:cNvSpPr txBox="1"/>
          <p:nvPr>
            <p:ph type="title" idx="7"/>
          </p:nvPr>
        </p:nvSpPr>
        <p:spPr>
          <a:xfrm>
            <a:off x="7002780" y="2540508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3" name="Polygon 13"/>
          <p:cNvSpPr/>
          <p:nvPr/>
        </p:nvSpPr>
        <p:spPr>
          <a:xfrm>
            <a:off x="7010400" y="2854833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14" name="presenton-feature_description-slot-8 Placeholder Carrier"/>
          <p:cNvSpPr txBox="1"/>
          <p:nvPr>
            <p:ph type="body" idx="8"/>
          </p:nvPr>
        </p:nvSpPr>
        <p:spPr>
          <a:xfrm>
            <a:off x="7004304" y="3011043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Polygon 15"/>
          <p:cNvSpPr/>
          <p:nvPr/>
        </p:nvSpPr>
        <p:spPr>
          <a:xfrm>
            <a:off x="6400800" y="371208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0" y="0"/>
                </a:moveTo>
                <a:lnTo>
                  <a:pt x="457200" y="0"/>
                </a:lnTo>
                <a:lnTo>
                  <a:pt x="457200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16" name="presenton-image-slot-16 Placeholder Carrier"/>
          <p:cNvPicPr>
            <a:picLocks noChangeAspect="1"/>
          </p:cNvPicPr>
          <p:nvPr>
            <p:ph type="pic" idx="9"/>
          </p:nvPr>
        </p:nvPicPr>
        <p:blipFill>
          <a:blip r:embed="rId6"/>
          <a:stretch>
            <a:fillRect/>
          </a:stretch>
        </p:blipFill>
        <p:spPr>
          <a:xfrm>
            <a:off x="6515100" y="3829240"/>
            <a:ext cx="228600" cy="228600"/>
          </a:xfrm>
          <a:prstGeom prst="rect">
            <a:avLst/>
          </a:prstGeom>
        </p:spPr>
      </p:pic>
      <p:sp>
        <p:nvSpPr>
          <p:cNvPr id="17" name="presenton-feature_title-slot-10 Placeholder Carrier"/>
          <p:cNvSpPr txBox="1"/>
          <p:nvPr>
            <p:ph type="title" idx="10"/>
          </p:nvPr>
        </p:nvSpPr>
        <p:spPr>
          <a:xfrm>
            <a:off x="7002780" y="3740658"/>
            <a:ext cx="101803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8" name="Polygon 18"/>
          <p:cNvSpPr/>
          <p:nvPr/>
        </p:nvSpPr>
        <p:spPr>
          <a:xfrm>
            <a:off x="7010400" y="4054983"/>
            <a:ext cx="457200" cy="19050"/>
          </a:xfrm>
          <a:custGeom>
            <a:avLst/>
            <a:gdLst/>
            <a:ahLst/>
            <a:cxnLst/>
            <a:rect l="l" t="t" r="r" b="b"/>
            <a:pathLst>
              <a:path w="457200" h="19050">
                <a:moveTo>
                  <a:pt x="0" y="0"/>
                </a:moveTo>
                <a:lnTo>
                  <a:pt x="457200" y="0"/>
                </a:lnTo>
                <a:lnTo>
                  <a:pt x="457200" y="19050"/>
                </a:lnTo>
                <a:lnTo>
                  <a:pt x="0" y="1905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19" name="presenton-feature_description-slot-11 Placeholder Carrier"/>
          <p:cNvSpPr txBox="1"/>
          <p:nvPr>
            <p:ph type="body" idx="11"/>
          </p:nvPr>
        </p:nvSpPr>
        <p:spPr>
          <a:xfrm>
            <a:off x="7004304" y="4211193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resenton-main_heading-slot-1 Placeholder Carrier"/>
          <p:cNvSpPr txBox="1"/>
          <p:nvPr>
            <p:ph type="title" idx="1"/>
          </p:nvPr>
        </p:nvSpPr>
        <p:spPr>
          <a:xfrm>
            <a:off x="742950" y="390525"/>
            <a:ext cx="319689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5" name="presenton-intro_paragraph-slot-2 Placeholder Carrier"/>
          <p:cNvSpPr txBox="1"/>
          <p:nvPr>
            <p:ph type="body" idx="2"/>
          </p:nvPr>
        </p:nvSpPr>
        <p:spPr>
          <a:xfrm>
            <a:off x="755904" y="105156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6" name="Polygon 6"/>
          <p:cNvSpPr/>
          <p:nvPr/>
        </p:nvSpPr>
        <p:spPr>
          <a:xfrm>
            <a:off x="762000" y="1828800"/>
            <a:ext cx="7315200" cy="4724400"/>
          </a:xfrm>
          <a:custGeom>
            <a:avLst/>
            <a:gdLst/>
            <a:ahLst/>
            <a:cxnLst/>
            <a:rect l="l" t="t" r="r" b="b"/>
            <a:pathLst>
              <a:path w="7315200" h="4724400">
                <a:moveTo>
                  <a:pt x="0" y="0"/>
                </a:moveTo>
                <a:lnTo>
                  <a:pt x="7315200" y="0"/>
                </a:lnTo>
                <a:lnTo>
                  <a:pt x="7315200" y="4724400"/>
                </a:lnTo>
                <a:lnTo>
                  <a:pt x="0" y="4724400"/>
                </a:lnTo>
                <a:close/>
              </a:path>
            </a:pathLst>
          </a:custGeom>
          <a:solidFill>
            <a:schemeClr val="lt1"/>
          </a:solidFill>
          <a:ln w="9525">
            <a:solidFill>
              <a:srgbClr val="F8F9FA">
                <a:alpha val="0"/>
              </a:srgbClr>
            </a:solidFill>
          </a:ln>
        </p:spPr>
      </p:sp>
      <p:sp>
        <p:nvSpPr>
          <p:cNvPr id="7" name="Polygon 7"/>
          <p:cNvSpPr/>
          <p:nvPr/>
        </p:nvSpPr>
        <p:spPr>
          <a:xfrm>
            <a:off x="8382000" y="969169"/>
            <a:ext cx="3048000" cy="1538288"/>
          </a:xfrm>
          <a:custGeom>
            <a:avLst/>
            <a:gdLst/>
            <a:ahLst/>
            <a:cxnLst/>
            <a:rect l="l" t="t" r="r" b="b"/>
            <a:pathLst>
              <a:path w="3048000" h="1538288">
                <a:moveTo>
                  <a:pt x="0" y="0"/>
                </a:moveTo>
                <a:lnTo>
                  <a:pt x="3048000" y="0"/>
                </a:lnTo>
                <a:lnTo>
                  <a:pt x="3048000" y="1538288"/>
                </a:lnTo>
                <a:lnTo>
                  <a:pt x="0" y="1538288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8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3845" y="1375029"/>
            <a:ext cx="190500" cy="190500"/>
          </a:xfrm>
          <a:prstGeom prst="rect">
            <a:avLst/>
          </a:prstGeom>
        </p:spPr>
      </p:pic>
      <p:sp>
        <p:nvSpPr>
          <p:cNvPr id="9" name="presenton-card_title-slot-4 Placeholder Carrier"/>
          <p:cNvSpPr txBox="1"/>
          <p:nvPr>
            <p:ph type="title" idx="4"/>
          </p:nvPr>
        </p:nvSpPr>
        <p:spPr>
          <a:xfrm>
            <a:off x="9027319" y="1187291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card_body-slot-5 Placeholder Carrier"/>
          <p:cNvSpPr txBox="1"/>
          <p:nvPr>
            <p:ph type="body" idx="5"/>
          </p:nvPr>
        </p:nvSpPr>
        <p:spPr>
          <a:xfrm>
            <a:off x="8605266" y="1865471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olygon 11"/>
          <p:cNvSpPr/>
          <p:nvPr/>
        </p:nvSpPr>
        <p:spPr>
          <a:xfrm>
            <a:off x="8382000" y="2659856"/>
            <a:ext cx="3048000" cy="1538288"/>
          </a:xfrm>
          <a:custGeom>
            <a:avLst/>
            <a:gdLst/>
            <a:ahLst/>
            <a:cxnLst/>
            <a:rect l="l" t="t" r="r" b="b"/>
            <a:pathLst>
              <a:path w="3048000" h="1538288">
                <a:moveTo>
                  <a:pt x="0" y="0"/>
                </a:moveTo>
                <a:lnTo>
                  <a:pt x="3048000" y="0"/>
                </a:lnTo>
                <a:lnTo>
                  <a:pt x="3048000" y="1538288"/>
                </a:lnTo>
                <a:lnTo>
                  <a:pt x="0" y="1538288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12" name="Imag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7938" y="3065716"/>
            <a:ext cx="190500" cy="190500"/>
          </a:xfrm>
          <a:prstGeom prst="rect">
            <a:avLst/>
          </a:prstGeom>
        </p:spPr>
      </p:pic>
      <p:sp>
        <p:nvSpPr>
          <p:cNvPr id="13" name="presenton-card_title-slot-7 Placeholder Carrier"/>
          <p:cNvSpPr txBox="1"/>
          <p:nvPr>
            <p:ph type="title" idx="7"/>
          </p:nvPr>
        </p:nvSpPr>
        <p:spPr>
          <a:xfrm>
            <a:off x="8983218" y="2914174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4" name="presenton-card_body-slot-8 Placeholder Carrier"/>
          <p:cNvSpPr txBox="1"/>
          <p:nvPr>
            <p:ph type="body" idx="8"/>
          </p:nvPr>
        </p:nvSpPr>
        <p:spPr>
          <a:xfrm>
            <a:off x="8605266" y="3556159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Polygon 15"/>
          <p:cNvSpPr/>
          <p:nvPr/>
        </p:nvSpPr>
        <p:spPr>
          <a:xfrm>
            <a:off x="8382000" y="4350544"/>
            <a:ext cx="3048000" cy="1538288"/>
          </a:xfrm>
          <a:custGeom>
            <a:avLst/>
            <a:gdLst/>
            <a:ahLst/>
            <a:cxnLst/>
            <a:rect l="l" t="t" r="r" b="b"/>
            <a:pathLst>
              <a:path w="3048000" h="1538288">
                <a:moveTo>
                  <a:pt x="0" y="0"/>
                </a:moveTo>
                <a:lnTo>
                  <a:pt x="3048000" y="0"/>
                </a:lnTo>
                <a:lnTo>
                  <a:pt x="3048000" y="1538288"/>
                </a:lnTo>
                <a:lnTo>
                  <a:pt x="0" y="1538288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16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985" y="4756404"/>
            <a:ext cx="190500" cy="190500"/>
          </a:xfrm>
          <a:prstGeom prst="rect">
            <a:avLst/>
          </a:prstGeom>
        </p:spPr>
      </p:pic>
      <p:sp>
        <p:nvSpPr>
          <p:cNvPr id="17" name="presenton-card_title-slot-10 Placeholder Carrier"/>
          <p:cNvSpPr txBox="1"/>
          <p:nvPr>
            <p:ph type="title" idx="10"/>
          </p:nvPr>
        </p:nvSpPr>
        <p:spPr>
          <a:xfrm>
            <a:off x="8969216" y="4604861"/>
            <a:ext cx="9162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8" name="presenton-card_body-slot-11 Placeholder Carrier"/>
          <p:cNvSpPr txBox="1"/>
          <p:nvPr>
            <p:ph type="body" idx="11"/>
          </p:nvPr>
        </p:nvSpPr>
        <p:spPr>
          <a:xfrm>
            <a:off x="8605266" y="5246846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" cy="68580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0"/>
            <a:ext cx="2438400" cy="6858000"/>
          </a:xfrm>
          <a:prstGeom prst="rect">
            <a:avLst/>
          </a:prstGeom>
        </p:spPr>
      </p:pic>
      <p:sp>
        <p:nvSpPr>
          <p:cNvPr id="6" name="presenton-main_heading-slot-3 Placeholder Carrier"/>
          <p:cNvSpPr txBox="1"/>
          <p:nvPr>
            <p:ph type="title" idx="3"/>
          </p:nvPr>
        </p:nvSpPr>
        <p:spPr>
          <a:xfrm>
            <a:off x="4507078" y="2047875"/>
            <a:ext cx="319689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resenton-metric_value-slot-4 Placeholder Carrier"/>
          <p:cNvSpPr txBox="1"/>
          <p:nvPr>
            <p:ph type="body" idx="4"/>
          </p:nvPr>
        </p:nvSpPr>
        <p:spPr>
          <a:xfrm>
            <a:off x="883082" y="3419475"/>
            <a:ext cx="3129686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4500" b="1" dirty="0">
                <a:solidFill>
                  <a:srgbClr val="9333EA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olygon 8"/>
          <p:cNvSpPr/>
          <p:nvPr/>
        </p:nvSpPr>
        <p:spPr>
          <a:xfrm>
            <a:off x="762000" y="4188714"/>
            <a:ext cx="3352800" cy="1194340"/>
          </a:xfrm>
          <a:custGeom>
            <a:avLst/>
            <a:gdLst/>
            <a:ahLst/>
            <a:cxnLst/>
            <a:rect l="l" t="t" r="r" b="b"/>
            <a:pathLst>
              <a:path w="3352800" h="1194340">
                <a:moveTo>
                  <a:pt x="0" y="0"/>
                </a:moveTo>
                <a:lnTo>
                  <a:pt x="3352800" y="0"/>
                </a:lnTo>
                <a:lnTo>
                  <a:pt x="3352800" y="1194340"/>
                </a:lnTo>
                <a:lnTo>
                  <a:pt x="0" y="119434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9" name="presenton-metric_description-slot-5 Placeholder Carrier"/>
          <p:cNvSpPr txBox="1"/>
          <p:nvPr>
            <p:ph type="body" idx="5"/>
          </p:nvPr>
        </p:nvSpPr>
        <p:spPr>
          <a:xfrm>
            <a:off x="2072888" y="4359878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metric_value-slot-6 Placeholder Carrier"/>
          <p:cNvSpPr txBox="1"/>
          <p:nvPr>
            <p:ph type="body" idx="6"/>
          </p:nvPr>
        </p:nvSpPr>
        <p:spPr>
          <a:xfrm>
            <a:off x="4445432" y="3419475"/>
            <a:ext cx="3129686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4500" b="1" dirty="0">
                <a:solidFill>
                  <a:srgbClr val="9333EA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olygon 11"/>
          <p:cNvSpPr/>
          <p:nvPr/>
        </p:nvSpPr>
        <p:spPr>
          <a:xfrm>
            <a:off x="4324350" y="4188714"/>
            <a:ext cx="3352800" cy="1168146"/>
          </a:xfrm>
          <a:custGeom>
            <a:avLst/>
            <a:gdLst/>
            <a:ahLst/>
            <a:cxnLst/>
            <a:rect l="l" t="t" r="r" b="b"/>
            <a:pathLst>
              <a:path w="3352800" h="1168146">
                <a:moveTo>
                  <a:pt x="0" y="0"/>
                </a:moveTo>
                <a:lnTo>
                  <a:pt x="3352800" y="0"/>
                </a:lnTo>
                <a:lnTo>
                  <a:pt x="3352800" y="1168146"/>
                </a:lnTo>
                <a:lnTo>
                  <a:pt x="0" y="1168146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12" name="presenton-metric_description-slot-7 Placeholder Carrier"/>
          <p:cNvSpPr txBox="1"/>
          <p:nvPr>
            <p:ph type="body" idx="7"/>
          </p:nvPr>
        </p:nvSpPr>
        <p:spPr>
          <a:xfrm>
            <a:off x="5648382" y="4359878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metric_value-slot-8 Placeholder Carrier"/>
          <p:cNvSpPr txBox="1"/>
          <p:nvPr>
            <p:ph type="body" idx="8"/>
          </p:nvPr>
        </p:nvSpPr>
        <p:spPr>
          <a:xfrm>
            <a:off x="8007782" y="3419475"/>
            <a:ext cx="3129686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4500" b="1" dirty="0">
                <a:solidFill>
                  <a:srgbClr val="9333EA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Polygon 14"/>
          <p:cNvSpPr/>
          <p:nvPr/>
        </p:nvSpPr>
        <p:spPr>
          <a:xfrm>
            <a:off x="7886700" y="4201763"/>
            <a:ext cx="3352800" cy="1168241"/>
          </a:xfrm>
          <a:custGeom>
            <a:avLst/>
            <a:gdLst/>
            <a:ahLst/>
            <a:cxnLst/>
            <a:rect l="l" t="t" r="r" b="b"/>
            <a:pathLst>
              <a:path w="3352800" h="1168241">
                <a:moveTo>
                  <a:pt x="0" y="0"/>
                </a:moveTo>
                <a:lnTo>
                  <a:pt x="3352800" y="0"/>
                </a:lnTo>
                <a:lnTo>
                  <a:pt x="3352800" y="1168241"/>
                </a:lnTo>
                <a:lnTo>
                  <a:pt x="0" y="1168241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15" name="presenton-metric_description-slot-9 Placeholder Carrier"/>
          <p:cNvSpPr txBox="1"/>
          <p:nvPr>
            <p:ph type="body" idx="9"/>
          </p:nvPr>
        </p:nvSpPr>
        <p:spPr>
          <a:xfrm>
            <a:off x="9223781" y="4359878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029200"/>
            <a:ext cx="1828800" cy="18288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0"/>
            <a:ext cx="2438400" cy="2438400"/>
          </a:xfrm>
          <a:prstGeom prst="rect">
            <a:avLst/>
          </a:prstGeom>
        </p:spPr>
      </p:pic>
      <p:sp>
        <p:nvSpPr>
          <p:cNvPr id="6" name="Polygon 6"/>
          <p:cNvSpPr/>
          <p:nvPr/>
        </p:nvSpPr>
        <p:spPr>
          <a:xfrm>
            <a:off x="838200" y="1676400"/>
            <a:ext cx="4876800" cy="3657600"/>
          </a:xfrm>
          <a:custGeom>
            <a:avLst/>
            <a:gdLst/>
            <a:ahLst/>
            <a:cxnLst/>
            <a:rect l="l" t="t" r="r" b="b"/>
            <a:pathLst>
              <a:path w="4876800" h="3657600">
                <a:moveTo>
                  <a:pt x="0" y="0"/>
                </a:moveTo>
                <a:lnTo>
                  <a:pt x="4876800" y="0"/>
                </a:lnTo>
                <a:lnTo>
                  <a:pt x="4876800" y="3657600"/>
                </a:lnTo>
                <a:lnTo>
                  <a:pt x="0" y="36576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7" name="presenton-image-slot-24 Placeholder Carrier"/>
          <p:cNvPicPr>
            <a:picLocks noChangeAspect="1"/>
          </p:cNvPicPr>
          <p:nvPr>
            <p:ph type="pic" idx="3"/>
          </p:nvPr>
        </p:nvPicPr>
        <p:blipFill>
          <a:blip r:embed="rId4"/>
          <a:stretch>
            <a:fillRect/>
          </a:stretch>
        </p:blipFill>
        <p:spPr>
          <a:xfrm>
            <a:off x="838200" y="1676400"/>
            <a:ext cx="4876800" cy="3657600"/>
          </a:xfrm>
          <a:prstGeom prst="rect">
            <a:avLst/>
          </a:prstGeom>
        </p:spPr>
      </p:pic>
      <p:sp>
        <p:nvSpPr>
          <p:cNvPr id="8" name="presenton-headline_text-slot-4 Placeholder Carrier"/>
          <p:cNvSpPr txBox="1"/>
          <p:nvPr>
            <p:ph type="title" idx="4"/>
          </p:nvPr>
        </p:nvSpPr>
        <p:spPr>
          <a:xfrm>
            <a:off x="6381750" y="1895475"/>
            <a:ext cx="319689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9" name="presenton-body_text-slot-5 Placeholder Carrier"/>
          <p:cNvSpPr txBox="1"/>
          <p:nvPr>
            <p:ph type="body" idx="5"/>
          </p:nvPr>
        </p:nvSpPr>
        <p:spPr>
          <a:xfrm>
            <a:off x="6393942" y="3207068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presenton-metric_label-slot-6 Placeholder Carrier"/>
          <p:cNvSpPr txBox="1"/>
          <p:nvPr>
            <p:ph type="body" idx="6"/>
          </p:nvPr>
        </p:nvSpPr>
        <p:spPr>
          <a:xfrm>
            <a:off x="6408515" y="4444174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metric_value-slot-7 Placeholder Carrier"/>
          <p:cNvSpPr txBox="1"/>
          <p:nvPr>
            <p:ph type="body" idx="7"/>
          </p:nvPr>
        </p:nvSpPr>
        <p:spPr>
          <a:xfrm>
            <a:off x="6382512" y="4812030"/>
            <a:ext cx="250984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rgbClr val="9333EA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metric_label-slot-8 Placeholder Carrier"/>
          <p:cNvSpPr txBox="1"/>
          <p:nvPr>
            <p:ph type="body" idx="8"/>
          </p:nvPr>
        </p:nvSpPr>
        <p:spPr>
          <a:xfrm>
            <a:off x="9024366" y="4457414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metric_value-slot-9 Placeholder Carrier"/>
          <p:cNvSpPr txBox="1"/>
          <p:nvPr>
            <p:ph type="body" idx="9"/>
          </p:nvPr>
        </p:nvSpPr>
        <p:spPr>
          <a:xfrm>
            <a:off x="9011412" y="4812030"/>
            <a:ext cx="250984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rgbClr val="9333EA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0"/>
            <a:ext cx="12192000" cy="762000"/>
          </a:xfrm>
          <a:prstGeom prst="rect">
            <a:avLst/>
          </a:prstGeom>
        </p:spPr>
      </p:pic>
      <p:sp>
        <p:nvSpPr>
          <p:cNvPr id="5" name="presenton-header_title-slot-2 Placeholder Carrier"/>
          <p:cNvSpPr txBox="1"/>
          <p:nvPr>
            <p:ph type="title" idx="2"/>
          </p:nvPr>
        </p:nvSpPr>
        <p:spPr>
          <a:xfrm>
            <a:off x="742950" y="542925"/>
            <a:ext cx="319689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olygon 6"/>
          <p:cNvSpPr/>
          <p:nvPr/>
        </p:nvSpPr>
        <p:spPr>
          <a:xfrm>
            <a:off x="762000" y="118110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7" name="presenton-image-slot-26 Placeholder Carrier"/>
          <p:cNvPicPr>
            <a:picLocks noChangeAspect="1"/>
          </p:cNvPicPr>
          <p:nvPr>
            <p:ph type="pic" idx="3"/>
          </p:nvPr>
        </p:nvPicPr>
        <p:blipFill>
          <a:blip r:embed="rId3"/>
          <a:srcRect l="0" t="10000" r="0" b="10000"/>
          <a:stretch>
            <a:fillRect/>
          </a:stretch>
        </p:blipFill>
        <p:spPr>
          <a:xfrm>
            <a:off x="8382000" y="457200"/>
            <a:ext cx="3048000" cy="1828800"/>
          </a:xfrm>
          <a:prstGeom prst="rect">
            <a:avLst/>
          </a:prstGeom>
        </p:spPr>
      </p:pic>
      <p:sp>
        <p:nvSpPr>
          <p:cNvPr id="8" name="presenton-item_number-slot-4 Placeholder Carrier"/>
          <p:cNvSpPr txBox="1"/>
          <p:nvPr>
            <p:ph type="body" idx="4"/>
          </p:nvPr>
        </p:nvSpPr>
        <p:spPr>
          <a:xfrm>
            <a:off x="743712" y="2659380"/>
            <a:ext cx="250984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item_heading-slot-5 Placeholder Carrier"/>
          <p:cNvSpPr txBox="1"/>
          <p:nvPr>
            <p:ph type="title" idx="5"/>
          </p:nvPr>
        </p:nvSpPr>
        <p:spPr>
          <a:xfrm>
            <a:off x="1371981" y="2701290"/>
            <a:ext cx="12818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0" name="presenton-item_body-slot-6 Placeholder Carrier"/>
          <p:cNvSpPr txBox="1"/>
          <p:nvPr>
            <p:ph type="body" idx="6"/>
          </p:nvPr>
        </p:nvSpPr>
        <p:spPr>
          <a:xfrm>
            <a:off x="1375029" y="310896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item_number-slot-7 Placeholder Carrier"/>
          <p:cNvSpPr txBox="1"/>
          <p:nvPr>
            <p:ph type="body" idx="7"/>
          </p:nvPr>
        </p:nvSpPr>
        <p:spPr>
          <a:xfrm>
            <a:off x="6230112" y="2659380"/>
            <a:ext cx="250984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item_heading-slot-8 Placeholder Carrier"/>
          <p:cNvSpPr txBox="1"/>
          <p:nvPr>
            <p:ph type="title" idx="8"/>
          </p:nvPr>
        </p:nvSpPr>
        <p:spPr>
          <a:xfrm>
            <a:off x="6953631" y="2701290"/>
            <a:ext cx="12818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3" name="presenton-item_body-slot-9 Placeholder Carrier"/>
          <p:cNvSpPr txBox="1"/>
          <p:nvPr>
            <p:ph type="body" idx="9"/>
          </p:nvPr>
        </p:nvSpPr>
        <p:spPr>
          <a:xfrm>
            <a:off x="6956679" y="310896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presenton-item_number-slot-10 Placeholder Carrier"/>
          <p:cNvSpPr txBox="1"/>
          <p:nvPr>
            <p:ph type="body" idx="10"/>
          </p:nvPr>
        </p:nvSpPr>
        <p:spPr>
          <a:xfrm>
            <a:off x="743712" y="4202430"/>
            <a:ext cx="250984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presenton-item_heading-slot-11 Placeholder Carrier"/>
          <p:cNvSpPr txBox="1"/>
          <p:nvPr>
            <p:ph type="title" idx="11"/>
          </p:nvPr>
        </p:nvSpPr>
        <p:spPr>
          <a:xfrm>
            <a:off x="1476756" y="4244340"/>
            <a:ext cx="12818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6" name="presenton-item_body-slot-12 Placeholder Carrier"/>
          <p:cNvSpPr txBox="1"/>
          <p:nvPr>
            <p:ph type="body" idx="12"/>
          </p:nvPr>
        </p:nvSpPr>
        <p:spPr>
          <a:xfrm>
            <a:off x="1479804" y="465201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presenton-item_number-slot-13 Placeholder Carrier"/>
          <p:cNvSpPr txBox="1"/>
          <p:nvPr>
            <p:ph type="body" idx="13"/>
          </p:nvPr>
        </p:nvSpPr>
        <p:spPr>
          <a:xfrm>
            <a:off x="6230112" y="4202430"/>
            <a:ext cx="2509845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3600" b="1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8" name="presenton-item_heading-slot-14 Placeholder Carrier"/>
          <p:cNvSpPr txBox="1"/>
          <p:nvPr>
            <p:ph type="title" idx="14"/>
          </p:nvPr>
        </p:nvSpPr>
        <p:spPr>
          <a:xfrm>
            <a:off x="7001256" y="4244340"/>
            <a:ext cx="128180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9" name="presenton-item_body-slot-15 Placeholder Carrier"/>
          <p:cNvSpPr txBox="1"/>
          <p:nvPr>
            <p:ph type="body" idx="15"/>
          </p:nvPr>
        </p:nvSpPr>
        <p:spPr>
          <a:xfrm>
            <a:off x="7004304" y="465201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</p:sp>
      <p:pic>
        <p:nvPicPr>
          <p:cNvPr id="4" name="presenton-image-slot-27 Placeholder Carrier"/>
          <p:cNvPicPr>
            <a:picLocks noChangeAspect="1"/>
          </p:cNvPicPr>
          <p:nvPr>
            <p:ph type="pic" idx="1"/>
          </p:nvPr>
        </p:nvPicPr>
        <p:blipFill>
          <a:blip r:embed="rId2"/>
          <a:srcRect l="0" t="12500" r="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Polygon 5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>
              <a:alpha val="50000"/>
            </a:srgbClr>
          </a:solidFill>
          <a:ln>
            <a:noFill/>
          </a:ln>
        </p:spPr>
      </p:sp>
      <p:sp>
        <p:nvSpPr>
          <p:cNvPr id="6" name="Polygon 6"/>
          <p:cNvSpPr/>
          <p:nvPr/>
        </p:nvSpPr>
        <p:spPr>
          <a:xfrm>
            <a:off x="0" y="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609600" y="0"/>
                </a:moveTo>
                <a:lnTo>
                  <a:pt x="1219200" y="609600"/>
                </a:lnTo>
                <a:lnTo>
                  <a:pt x="609600" y="1219200"/>
                </a:lnTo>
                <a:lnTo>
                  <a:pt x="0" y="609600"/>
                </a:lnTo>
                <a:close/>
              </a:path>
            </a:pathLst>
          </a:custGeom>
          <a:solidFill>
            <a:srgbClr val="9333EA">
              <a:alpha val="20000"/>
            </a:srgbClr>
          </a:solidFill>
          <a:ln>
            <a:noFill/>
          </a:ln>
        </p:spPr>
      </p:sp>
      <p:sp>
        <p:nvSpPr>
          <p:cNvPr id="7" name="Polygon 7"/>
          <p:cNvSpPr/>
          <p:nvPr/>
        </p:nvSpPr>
        <p:spPr>
          <a:xfrm>
            <a:off x="10668000" y="5334000"/>
            <a:ext cx="1524000" cy="1524000"/>
          </a:xfrm>
          <a:custGeom>
            <a:avLst/>
            <a:gdLst/>
            <a:ahLst/>
            <a:cxnLst/>
            <a:rect l="l" t="t" r="r" b="b"/>
            <a:pathLst>
              <a:path w="1524000" h="1524000">
                <a:moveTo>
                  <a:pt x="762000" y="0"/>
                </a:moveTo>
                <a:lnTo>
                  <a:pt x="1524000" y="762000"/>
                </a:lnTo>
                <a:lnTo>
                  <a:pt x="762000" y="1524000"/>
                </a:lnTo>
                <a:lnTo>
                  <a:pt x="0" y="762000"/>
                </a:lnTo>
                <a:close/>
              </a:path>
            </a:pathLst>
          </a:custGeom>
          <a:solidFill>
            <a:srgbClr val="C084FC">
              <a:alpha val="20000"/>
            </a:srgbClr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3048000" y="3429000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914400" y="457200"/>
                </a:lnTo>
                <a:lnTo>
                  <a:pt x="457200" y="914400"/>
                </a:lnTo>
                <a:lnTo>
                  <a:pt x="0" y="457200"/>
                </a:lnTo>
                <a:close/>
              </a:path>
            </a:pathLst>
          </a:custGeom>
          <a:solidFill>
            <a:schemeClr val="lt1">
              <a:alpha val="10000"/>
            </a:schemeClr>
          </a:solidFill>
          <a:ln>
            <a:noFill/>
          </a:ln>
        </p:spPr>
      </p:sp>
      <p:sp>
        <p:nvSpPr>
          <p:cNvPr id="9" name="Polygon 9"/>
          <p:cNvSpPr/>
          <p:nvPr/>
        </p:nvSpPr>
        <p:spPr>
          <a:xfrm>
            <a:off x="0" y="678180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0" y="0"/>
                </a:moveTo>
                <a:lnTo>
                  <a:pt x="12192000" y="0"/>
                </a:lnTo>
                <a:lnTo>
                  <a:pt x="12192000" y="76200"/>
                </a:lnTo>
                <a:lnTo>
                  <a:pt x="0" y="76200"/>
                </a:lnTo>
                <a:close/>
              </a:path>
            </a:pathLst>
          </a:custGeom>
          <a:solidFill>
            <a:srgbClr val="111827"/>
          </a:solidFill>
          <a:ln>
            <a:noFill/>
          </a:ln>
        </p:spPr>
      </p:sp>
      <p:sp>
        <p:nvSpPr>
          <p:cNvPr id="10" name="presenton-headline_text-slot-2 Placeholder Carrier"/>
          <p:cNvSpPr txBox="1"/>
          <p:nvPr>
            <p:ph type="title" idx="2"/>
          </p:nvPr>
        </p:nvSpPr>
        <p:spPr>
          <a:xfrm>
            <a:off x="4823719" y="1954530"/>
            <a:ext cx="2563612" cy="7040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6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11" name="Polygon 11"/>
          <p:cNvSpPr/>
          <p:nvPr/>
        </p:nvSpPr>
        <p:spPr>
          <a:xfrm>
            <a:off x="5715000" y="249555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pic>
        <p:nvPicPr>
          <p:cNvPr id="12" name="presenton-image-slot-28 Placeholder Carrier"/>
          <p:cNvPicPr>
            <a:picLocks noChangeAspect="1"/>
          </p:cNvPicPr>
          <p:nvPr>
            <p:ph type="pic" idx="3"/>
          </p:nvPr>
        </p:nvPicPr>
        <p:blipFill>
          <a:blip r:embed="rId3"/>
          <a:stretch>
            <a:fillRect/>
          </a:stretch>
        </p:blipFill>
        <p:spPr>
          <a:xfrm>
            <a:off x="5867400" y="2838450"/>
            <a:ext cx="457200" cy="457200"/>
          </a:xfrm>
          <a:prstGeom prst="rect">
            <a:avLst/>
          </a:prstGeom>
        </p:spPr>
      </p:pic>
      <p:sp>
        <p:nvSpPr>
          <p:cNvPr id="13" name="presenton-quote_body_text-slot-4 Placeholder Carrier"/>
          <p:cNvSpPr txBox="1"/>
          <p:nvPr>
            <p:ph type="body" idx="4"/>
          </p:nvPr>
        </p:nvSpPr>
        <p:spPr>
          <a:xfrm>
            <a:off x="5358003" y="3567112"/>
            <a:ext cx="1495044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22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Line 14"/>
          <p:cNvSpPr/>
          <p:nvPr/>
        </p:nvSpPr>
        <p:spPr>
          <a:xfrm>
            <a:off x="4560380" y="4910138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9333EA"/>
            </a:solidFill>
          </a:ln>
        </p:spPr>
      </p:sp>
      <p:sp>
        <p:nvSpPr>
          <p:cNvPr id="15" name="presenton-attribution_text-slot-5 Placeholder Carrier"/>
          <p:cNvSpPr txBox="1"/>
          <p:nvPr>
            <p:ph type="body" idx="5"/>
          </p:nvPr>
        </p:nvSpPr>
        <p:spPr>
          <a:xfrm>
            <a:off x="5657012" y="4807268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6" name="Line 16"/>
          <p:cNvSpPr/>
          <p:nvPr/>
        </p:nvSpPr>
        <p:spPr>
          <a:xfrm>
            <a:off x="7022020" y="4910138"/>
            <a:ext cx="609600" cy="9525"/>
          </a:xfrm>
          <a:custGeom>
            <a:avLst/>
            <a:gdLst/>
            <a:ahLst/>
            <a:cxnLst/>
            <a:rect l="l" t="t" r="r" b="b"/>
            <a:pathLst>
              <a:path w="609600" h="9525">
                <a:moveTo>
                  <a:pt x="0" y="0"/>
                </a:moveTo>
                <a:lnTo>
                  <a:pt x="609600" y="0"/>
                </a:lnTo>
              </a:path>
            </a:pathLst>
          </a:custGeom>
          <a:noFill/>
          <a:ln w="9525">
            <a:solidFill>
              <a:srgbClr val="9333EA"/>
            </a:solidFill>
          </a:ln>
        </p:spPr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" cy="6858000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600" y="0"/>
            <a:ext cx="2438400" cy="6858000"/>
          </a:xfrm>
          <a:prstGeom prst="rect">
            <a:avLst/>
          </a:prstGeom>
        </p:spPr>
      </p:pic>
      <p:sp>
        <p:nvSpPr>
          <p:cNvPr id="6" name="presenton-main_title-slot-3 Placeholder Carrier"/>
          <p:cNvSpPr txBox="1"/>
          <p:nvPr>
            <p:ph type="title" idx="3"/>
          </p:nvPr>
        </p:nvSpPr>
        <p:spPr>
          <a:xfrm>
            <a:off x="4507078" y="542925"/>
            <a:ext cx="319689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7" name="Polygon 7"/>
          <p:cNvSpPr/>
          <p:nvPr/>
        </p:nvSpPr>
        <p:spPr>
          <a:xfrm>
            <a:off x="5715000" y="11811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8" name="Polygon 8"/>
          <p:cNvSpPr/>
          <p:nvPr/>
        </p:nvSpPr>
        <p:spPr>
          <a:xfrm>
            <a:off x="1828800" y="2305050"/>
            <a:ext cx="8534400" cy="2714625"/>
          </a:xfrm>
          <a:custGeom>
            <a:avLst/>
            <a:gdLst/>
            <a:ahLst/>
            <a:cxnLst/>
            <a:rect l="l" t="t" r="r" b="b"/>
            <a:pathLst>
              <a:path w="8534400" h="2714625">
                <a:moveTo>
                  <a:pt x="0" y="0"/>
                </a:moveTo>
                <a:lnTo>
                  <a:pt x="8534400" y="0"/>
                </a:lnTo>
                <a:lnTo>
                  <a:pt x="8534400" y="2714625"/>
                </a:lnTo>
                <a:lnTo>
                  <a:pt x="0" y="2714625"/>
                </a:lnTo>
                <a:close/>
              </a:path>
            </a:pathLst>
          </a:custGeom>
          <a:solidFill>
            <a:srgbClr val="E5E7EB"/>
          </a:solidFill>
          <a:ln w="9525">
            <a:solidFill>
              <a:srgbClr val="E5E7EB"/>
            </a:solidFill>
          </a:ln>
        </p:spPr>
      </p:sp>
      <p:sp>
        <p:nvSpPr>
          <p:cNvPr id="9" name="presenton-supporting_note-slot-4 Placeholder Carrier"/>
          <p:cNvSpPr txBox="1"/>
          <p:nvPr>
            <p:ph type="body" idx="4"/>
          </p:nvPr>
        </p:nvSpPr>
        <p:spPr>
          <a:xfrm>
            <a:off x="5706847" y="6118860"/>
            <a:ext cx="79735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4" name="presenton-main_heading-slot-1 Placeholder Carrier"/>
          <p:cNvSpPr txBox="1"/>
          <p:nvPr>
            <p:ph type="title" idx="1"/>
          </p:nvPr>
        </p:nvSpPr>
        <p:spPr>
          <a:xfrm>
            <a:off x="4507078" y="923925"/>
            <a:ext cx="319689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pic>
        <p:nvPicPr>
          <p:cNvPr id="5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562100"/>
            <a:ext cx="762000" cy="190500"/>
          </a:xfrm>
          <a:prstGeom prst="rect">
            <a:avLst/>
          </a:prstGeom>
        </p:spPr>
      </p:pic>
      <p:sp>
        <p:nvSpPr>
          <p:cNvPr id="6" name="Polygon 6"/>
          <p:cNvSpPr/>
          <p:nvPr/>
        </p:nvSpPr>
        <p:spPr>
          <a:xfrm>
            <a:off x="762000" y="2209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7" name="presenton-item_number-slot-3 Placeholder Carrier"/>
          <p:cNvSpPr txBox="1"/>
          <p:nvPr>
            <p:ph type="body" idx="3"/>
          </p:nvPr>
        </p:nvSpPr>
        <p:spPr>
          <a:xfrm>
            <a:off x="505816" y="22383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resenton-item_label-slot-4 Placeholder Carrier"/>
          <p:cNvSpPr txBox="1"/>
          <p:nvPr>
            <p:ph type="body" idx="4"/>
          </p:nvPr>
        </p:nvSpPr>
        <p:spPr>
          <a:xfrm>
            <a:off x="1440180" y="233362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9" name="presenton-page_number-slot-5 Placeholder Carrier"/>
          <p:cNvSpPr txBox="1"/>
          <p:nvPr>
            <p:ph type="body" idx="5"/>
          </p:nvPr>
        </p:nvSpPr>
        <p:spPr>
          <a:xfrm>
            <a:off x="4897374" y="223837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492401" y="25346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4B5563"/>
                </a:solidFill>
                <a:latin typeface="Poppins"/>
                <a:ea typeface="Poppins"/>
                <a:cs typeface="Poppins"/>
              </a:rPr>
              <a:t>.....</a:t>
            </a:r>
          </a:p>
        </p:txBody>
      </p:sp>
      <p:sp>
        <p:nvSpPr>
          <p:cNvPr id="11" name="Polygon 11"/>
          <p:cNvSpPr/>
          <p:nvPr/>
        </p:nvSpPr>
        <p:spPr>
          <a:xfrm>
            <a:off x="762000" y="2971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12" name="presenton-item_number-slot-7 Placeholder Carrier"/>
          <p:cNvSpPr txBox="1"/>
          <p:nvPr>
            <p:ph type="body" idx="7"/>
          </p:nvPr>
        </p:nvSpPr>
        <p:spPr>
          <a:xfrm>
            <a:off x="505816" y="30003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resenton-item_label-slot-8 Placeholder Carrier"/>
          <p:cNvSpPr txBox="1"/>
          <p:nvPr>
            <p:ph type="body" idx="8"/>
          </p:nvPr>
        </p:nvSpPr>
        <p:spPr>
          <a:xfrm>
            <a:off x="1440180" y="309562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4" name="presenton-page_number-slot-9 Placeholder Carrier"/>
          <p:cNvSpPr txBox="1"/>
          <p:nvPr>
            <p:ph type="body" idx="9"/>
          </p:nvPr>
        </p:nvSpPr>
        <p:spPr>
          <a:xfrm>
            <a:off x="4897374" y="300037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492401" y="32966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4B5563"/>
                </a:solidFill>
                <a:latin typeface="Poppins"/>
                <a:ea typeface="Poppins"/>
                <a:cs typeface="Poppins"/>
              </a:rPr>
              <a:t>.....</a:t>
            </a:r>
          </a:p>
        </p:txBody>
      </p:sp>
      <p:sp>
        <p:nvSpPr>
          <p:cNvPr id="16" name="Polygon 16"/>
          <p:cNvSpPr/>
          <p:nvPr/>
        </p:nvSpPr>
        <p:spPr>
          <a:xfrm>
            <a:off x="762000" y="3733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17" name="presenton-item_number-slot-11 Placeholder Carrier"/>
          <p:cNvSpPr txBox="1"/>
          <p:nvPr>
            <p:ph type="body" idx="11"/>
          </p:nvPr>
        </p:nvSpPr>
        <p:spPr>
          <a:xfrm>
            <a:off x="505816" y="37623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8" name="presenton-item_label-slot-12 Placeholder Carrier"/>
          <p:cNvSpPr txBox="1"/>
          <p:nvPr>
            <p:ph type="body" idx="12"/>
          </p:nvPr>
        </p:nvSpPr>
        <p:spPr>
          <a:xfrm>
            <a:off x="1440180" y="385762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9" name="presenton-page_number-slot-13 Placeholder Carrier"/>
          <p:cNvSpPr txBox="1"/>
          <p:nvPr>
            <p:ph type="body" idx="13"/>
          </p:nvPr>
        </p:nvSpPr>
        <p:spPr>
          <a:xfrm>
            <a:off x="4897374" y="376237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492401" y="40586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4B5563"/>
                </a:solidFill>
                <a:latin typeface="Poppins"/>
                <a:ea typeface="Poppins"/>
                <a:cs typeface="Poppins"/>
              </a:rPr>
              <a:t>.....</a:t>
            </a:r>
          </a:p>
        </p:txBody>
      </p:sp>
      <p:sp>
        <p:nvSpPr>
          <p:cNvPr id="21" name="Polygon 21"/>
          <p:cNvSpPr/>
          <p:nvPr/>
        </p:nvSpPr>
        <p:spPr>
          <a:xfrm>
            <a:off x="762000" y="4495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22" name="presenton-item_number-slot-15 Placeholder Carrier"/>
          <p:cNvSpPr txBox="1"/>
          <p:nvPr>
            <p:ph type="body" idx="15"/>
          </p:nvPr>
        </p:nvSpPr>
        <p:spPr>
          <a:xfrm>
            <a:off x="505816" y="45243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3" name="presenton-item_label-slot-16 Placeholder Carrier"/>
          <p:cNvSpPr txBox="1"/>
          <p:nvPr>
            <p:ph type="body" idx="16"/>
          </p:nvPr>
        </p:nvSpPr>
        <p:spPr>
          <a:xfrm>
            <a:off x="1440180" y="461962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4" name="presenton-page_number-slot-17 Placeholder Carrier"/>
          <p:cNvSpPr txBox="1"/>
          <p:nvPr>
            <p:ph type="body" idx="17"/>
          </p:nvPr>
        </p:nvSpPr>
        <p:spPr>
          <a:xfrm>
            <a:off x="4897374" y="452437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492401" y="48206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4B5563"/>
                </a:solidFill>
                <a:latin typeface="Poppins"/>
                <a:ea typeface="Poppins"/>
                <a:cs typeface="Poppins"/>
              </a:rPr>
              <a:t>.....</a:t>
            </a:r>
          </a:p>
        </p:txBody>
      </p:sp>
      <p:sp>
        <p:nvSpPr>
          <p:cNvPr id="26" name="Polygon 26"/>
          <p:cNvSpPr/>
          <p:nvPr/>
        </p:nvSpPr>
        <p:spPr>
          <a:xfrm>
            <a:off x="762000" y="525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27" name="presenton-item_number-slot-19 Placeholder Carrier"/>
          <p:cNvSpPr txBox="1"/>
          <p:nvPr>
            <p:ph type="body" idx="19"/>
          </p:nvPr>
        </p:nvSpPr>
        <p:spPr>
          <a:xfrm>
            <a:off x="505816" y="52863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8" name="presenton-item_label-slot-20 Placeholder Carrier"/>
          <p:cNvSpPr txBox="1"/>
          <p:nvPr>
            <p:ph type="body" idx="20"/>
          </p:nvPr>
        </p:nvSpPr>
        <p:spPr>
          <a:xfrm>
            <a:off x="1440180" y="538162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9" name="presenton-page_number-slot-21 Placeholder Carrier"/>
          <p:cNvSpPr txBox="1"/>
          <p:nvPr>
            <p:ph type="body" idx="21"/>
          </p:nvPr>
        </p:nvSpPr>
        <p:spPr>
          <a:xfrm>
            <a:off x="4897374" y="528637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5492401" y="55826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4B5563"/>
                </a:solidFill>
                <a:latin typeface="Poppins"/>
                <a:ea typeface="Poppins"/>
                <a:cs typeface="Poppins"/>
              </a:rPr>
              <a:t>.....</a:t>
            </a:r>
          </a:p>
        </p:txBody>
      </p:sp>
      <p:sp>
        <p:nvSpPr>
          <p:cNvPr id="31" name="Polygon 31"/>
          <p:cNvSpPr/>
          <p:nvPr/>
        </p:nvSpPr>
        <p:spPr>
          <a:xfrm>
            <a:off x="6324600" y="2209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32" name="presenton-item_number-slot-23 Placeholder Carrier"/>
          <p:cNvSpPr txBox="1"/>
          <p:nvPr>
            <p:ph type="body" idx="23"/>
          </p:nvPr>
        </p:nvSpPr>
        <p:spPr>
          <a:xfrm>
            <a:off x="6068416" y="22383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3" name="presenton-item_label-slot-24 Placeholder Carrier"/>
          <p:cNvSpPr txBox="1"/>
          <p:nvPr>
            <p:ph type="body" idx="24"/>
          </p:nvPr>
        </p:nvSpPr>
        <p:spPr>
          <a:xfrm>
            <a:off x="7002780" y="233362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4" name="presenton-page_number-slot-25 Placeholder Carrier"/>
          <p:cNvSpPr txBox="1"/>
          <p:nvPr>
            <p:ph type="body" idx="25"/>
          </p:nvPr>
        </p:nvSpPr>
        <p:spPr>
          <a:xfrm>
            <a:off x="10459974" y="223837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055001" y="25346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4B5563"/>
                </a:solidFill>
                <a:latin typeface="Poppins"/>
                <a:ea typeface="Poppins"/>
                <a:cs typeface="Poppins"/>
              </a:rPr>
              <a:t>.....</a:t>
            </a:r>
          </a:p>
        </p:txBody>
      </p:sp>
      <p:sp>
        <p:nvSpPr>
          <p:cNvPr id="36" name="Polygon 36"/>
          <p:cNvSpPr/>
          <p:nvPr/>
        </p:nvSpPr>
        <p:spPr>
          <a:xfrm>
            <a:off x="6324600" y="2971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37" name="presenton-item_number-slot-27 Placeholder Carrier"/>
          <p:cNvSpPr txBox="1"/>
          <p:nvPr>
            <p:ph type="body" idx="27"/>
          </p:nvPr>
        </p:nvSpPr>
        <p:spPr>
          <a:xfrm>
            <a:off x="6068416" y="30003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8" name="presenton-item_label-slot-28 Placeholder Carrier"/>
          <p:cNvSpPr txBox="1"/>
          <p:nvPr>
            <p:ph type="body" idx="28"/>
          </p:nvPr>
        </p:nvSpPr>
        <p:spPr>
          <a:xfrm>
            <a:off x="7002780" y="309562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39" name="presenton-page_number-slot-29 Placeholder Carrier"/>
          <p:cNvSpPr txBox="1"/>
          <p:nvPr>
            <p:ph type="body" idx="29"/>
          </p:nvPr>
        </p:nvSpPr>
        <p:spPr>
          <a:xfrm>
            <a:off x="10459974" y="300037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1055001" y="32966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4B5563"/>
                </a:solidFill>
                <a:latin typeface="Poppins"/>
                <a:ea typeface="Poppins"/>
                <a:cs typeface="Poppins"/>
              </a:rPr>
              <a:t>.....</a:t>
            </a:r>
          </a:p>
        </p:txBody>
      </p:sp>
      <p:sp>
        <p:nvSpPr>
          <p:cNvPr id="41" name="Polygon 41"/>
          <p:cNvSpPr/>
          <p:nvPr/>
        </p:nvSpPr>
        <p:spPr>
          <a:xfrm>
            <a:off x="6324600" y="3733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42" name="presenton-item_number-slot-31 Placeholder Carrier"/>
          <p:cNvSpPr txBox="1"/>
          <p:nvPr>
            <p:ph type="body" idx="31"/>
          </p:nvPr>
        </p:nvSpPr>
        <p:spPr>
          <a:xfrm>
            <a:off x="6068416" y="37623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43" name="presenton-item_label-slot-32 Placeholder Carrier"/>
          <p:cNvSpPr txBox="1"/>
          <p:nvPr>
            <p:ph type="body" idx="32"/>
          </p:nvPr>
        </p:nvSpPr>
        <p:spPr>
          <a:xfrm>
            <a:off x="7002780" y="385762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44" name="presenton-page_number-slot-33 Placeholder Carrier"/>
          <p:cNvSpPr txBox="1"/>
          <p:nvPr>
            <p:ph type="body" idx="33"/>
          </p:nvPr>
        </p:nvSpPr>
        <p:spPr>
          <a:xfrm>
            <a:off x="10459974" y="376237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1055001" y="40586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4B5563"/>
                </a:solidFill>
                <a:latin typeface="Poppins"/>
                <a:ea typeface="Poppins"/>
                <a:cs typeface="Poppins"/>
              </a:rPr>
              <a:t>.....</a:t>
            </a:r>
          </a:p>
        </p:txBody>
      </p:sp>
      <p:sp>
        <p:nvSpPr>
          <p:cNvPr id="46" name="Polygon 46"/>
          <p:cNvSpPr/>
          <p:nvPr/>
        </p:nvSpPr>
        <p:spPr>
          <a:xfrm>
            <a:off x="6324600" y="4495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47" name="presenton-item_number-slot-35 Placeholder Carrier"/>
          <p:cNvSpPr txBox="1"/>
          <p:nvPr>
            <p:ph type="body" idx="35"/>
          </p:nvPr>
        </p:nvSpPr>
        <p:spPr>
          <a:xfrm>
            <a:off x="6068416" y="45243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48" name="presenton-item_label-slot-36 Placeholder Carrier"/>
          <p:cNvSpPr txBox="1"/>
          <p:nvPr>
            <p:ph type="body" idx="36"/>
          </p:nvPr>
        </p:nvSpPr>
        <p:spPr>
          <a:xfrm>
            <a:off x="7002780" y="461962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49" name="presenton-page_number-slot-37 Placeholder Carrier"/>
          <p:cNvSpPr txBox="1"/>
          <p:nvPr>
            <p:ph type="body" idx="37"/>
          </p:nvPr>
        </p:nvSpPr>
        <p:spPr>
          <a:xfrm>
            <a:off x="10459974" y="452437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11055001" y="48206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4B5563"/>
                </a:solidFill>
                <a:latin typeface="Poppins"/>
                <a:ea typeface="Poppins"/>
                <a:cs typeface="Poppins"/>
              </a:rPr>
              <a:t>.....</a:t>
            </a:r>
          </a:p>
        </p:txBody>
      </p:sp>
      <p:sp>
        <p:nvSpPr>
          <p:cNvPr id="51" name="Polygon 51"/>
          <p:cNvSpPr/>
          <p:nvPr/>
        </p:nvSpPr>
        <p:spPr>
          <a:xfrm>
            <a:off x="6324600" y="52578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0" y="0"/>
                </a:moveTo>
                <a:lnTo>
                  <a:pt x="533400" y="0"/>
                </a:lnTo>
                <a:lnTo>
                  <a:pt x="533400" y="533400"/>
                </a:lnTo>
                <a:lnTo>
                  <a:pt x="0" y="5334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52" name="presenton-item_number-slot-39 Placeholder Carrier"/>
          <p:cNvSpPr txBox="1"/>
          <p:nvPr>
            <p:ph type="body" idx="39"/>
          </p:nvPr>
        </p:nvSpPr>
        <p:spPr>
          <a:xfrm>
            <a:off x="6068416" y="5286375"/>
            <a:ext cx="1045769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3" name="presenton-item_label-slot-40 Placeholder Carrier"/>
          <p:cNvSpPr txBox="1"/>
          <p:nvPr>
            <p:ph type="body" idx="40"/>
          </p:nvPr>
        </p:nvSpPr>
        <p:spPr>
          <a:xfrm>
            <a:off x="7002780" y="538162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50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4" name="presenton-page_number-slot-41 Placeholder Carrier"/>
          <p:cNvSpPr txBox="1"/>
          <p:nvPr>
            <p:ph type="body" idx="41"/>
          </p:nvPr>
        </p:nvSpPr>
        <p:spPr>
          <a:xfrm>
            <a:off x="10459974" y="5286375"/>
            <a:ext cx="99669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1055001" y="5582602"/>
            <a:ext cx="39938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4B5563"/>
                </a:solidFill>
                <a:latin typeface="Poppins"/>
                <a:ea typeface="Poppins"/>
                <a:cs typeface="Poppins"/>
              </a:rPr>
              <a:t>.....</a:t>
            </a:r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lygon 3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4000"/>
            <a:ext cx="3048000" cy="1524000"/>
          </a:xfrm>
          <a:prstGeom prst="rect">
            <a:avLst/>
          </a:prstGeom>
        </p:spPr>
      </p:pic>
      <p:sp>
        <p:nvSpPr>
          <p:cNvPr id="5" name="presenton-intro_heading-slot-2 Placeholder Carrier"/>
          <p:cNvSpPr txBox="1"/>
          <p:nvPr>
            <p:ph type="title" idx="2"/>
          </p:nvPr>
        </p:nvSpPr>
        <p:spPr>
          <a:xfrm>
            <a:off x="742950" y="2105025"/>
            <a:ext cx="3196895" cy="8763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4500" b="1" dirty="0">
                <a:solidFill>
                  <a:srgbClr val="111827"/>
                </a:solidFill>
                <a:latin typeface="+mj-lt"/>
                <a:ea typeface="+mj-ea"/>
                <a:cs typeface="+mj-cs"/>
              </a:rPr>
              <a:t>{{TITLE}}</a:t>
            </a:r>
          </a:p>
        </p:txBody>
      </p:sp>
      <p:sp>
        <p:nvSpPr>
          <p:cNvPr id="6" name="Polygon 6"/>
          <p:cNvSpPr/>
          <p:nvPr/>
        </p:nvSpPr>
        <p:spPr>
          <a:xfrm>
            <a:off x="762000" y="3390900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0" y="0"/>
                </a:moveTo>
                <a:lnTo>
                  <a:pt x="762000" y="0"/>
                </a:lnTo>
                <a:lnTo>
                  <a:pt x="7620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9333EA"/>
          </a:solidFill>
          <a:ln>
            <a:noFill/>
          </a:ln>
        </p:spPr>
      </p:sp>
      <p:sp>
        <p:nvSpPr>
          <p:cNvPr id="7" name="presenton-intro_body-slot-3 Placeholder Carrier"/>
          <p:cNvSpPr txBox="1"/>
          <p:nvPr>
            <p:ph type="body" idx="3"/>
          </p:nvPr>
        </p:nvSpPr>
        <p:spPr>
          <a:xfrm>
            <a:off x="755142" y="3645218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en-US" sz="13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8" name="Polygon 8"/>
          <p:cNvSpPr/>
          <p:nvPr/>
        </p:nvSpPr>
        <p:spPr>
          <a:xfrm>
            <a:off x="6991350" y="966788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pic>
        <p:nvPicPr>
          <p:cNvPr id="9" name="presenton-image-slot-33 Placeholder Carrier"/>
          <p:cNvPicPr>
            <a:picLocks noChangeAspect="1"/>
          </p:cNvPicPr>
          <p:nvPr>
            <p:ph type="pic" idx="4"/>
          </p:nvPr>
        </p:nvPicPr>
        <p:blipFill>
          <a:blip r:embed="rId3"/>
          <a:srcRect l="12500" t="0" r="12500" b="0"/>
          <a:stretch>
            <a:fillRect/>
          </a:stretch>
        </p:blipFill>
        <p:spPr>
          <a:xfrm>
            <a:off x="6991350" y="966788"/>
            <a:ext cx="1219200" cy="1219200"/>
          </a:xfrm>
          <a:prstGeom prst="rect">
            <a:avLst/>
          </a:prstGeom>
        </p:spPr>
      </p:pic>
      <p:sp>
        <p:nvSpPr>
          <p:cNvPr id="10" name="presenton-profile_name-slot-5 Placeholder Carrier"/>
          <p:cNvSpPr txBox="1"/>
          <p:nvPr>
            <p:ph type="body" idx="5"/>
          </p:nvPr>
        </p:nvSpPr>
        <p:spPr>
          <a:xfrm>
            <a:off x="7161962" y="2326005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1" name="presenton-profile_role-slot-6 Placeholder Carrier"/>
          <p:cNvSpPr txBox="1"/>
          <p:nvPr>
            <p:ph type="body" idx="6"/>
          </p:nvPr>
        </p:nvSpPr>
        <p:spPr>
          <a:xfrm>
            <a:off x="7261631" y="2586990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2" name="presenton-profile_description-slot-7 Placeholder Carrier"/>
          <p:cNvSpPr txBox="1"/>
          <p:nvPr>
            <p:ph type="body" idx="7"/>
          </p:nvPr>
        </p:nvSpPr>
        <p:spPr>
          <a:xfrm>
            <a:off x="7311276" y="2850832"/>
            <a:ext cx="5983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3" name="Polygon 13"/>
          <p:cNvSpPr/>
          <p:nvPr/>
        </p:nvSpPr>
        <p:spPr>
          <a:xfrm>
            <a:off x="9515475" y="966788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pic>
        <p:nvPicPr>
          <p:cNvPr id="14" name="presenton-image-slot-34 Placeholder Carrier"/>
          <p:cNvPicPr>
            <a:picLocks noChangeAspect="1"/>
          </p:cNvPicPr>
          <p:nvPr>
            <p:ph type="pic" idx="8"/>
          </p:nvPr>
        </p:nvPicPr>
        <p:blipFill>
          <a:blip r:embed="rId4"/>
          <a:srcRect l="12500" t="0" r="12500" b="0"/>
          <a:stretch>
            <a:fillRect/>
          </a:stretch>
        </p:blipFill>
        <p:spPr>
          <a:xfrm>
            <a:off x="9515475" y="966788"/>
            <a:ext cx="1219200" cy="1219200"/>
          </a:xfrm>
          <a:prstGeom prst="rect">
            <a:avLst/>
          </a:prstGeom>
        </p:spPr>
      </p:pic>
      <p:sp>
        <p:nvSpPr>
          <p:cNvPr id="15" name="presenton-profile_name-slot-9 Placeholder Carrier"/>
          <p:cNvSpPr txBox="1"/>
          <p:nvPr>
            <p:ph type="body" idx="9"/>
          </p:nvPr>
        </p:nvSpPr>
        <p:spPr>
          <a:xfrm>
            <a:off x="9686087" y="2326005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6" name="presenton-profile_role-slot-10 Placeholder Carrier"/>
          <p:cNvSpPr txBox="1"/>
          <p:nvPr>
            <p:ph type="body" idx="10"/>
          </p:nvPr>
        </p:nvSpPr>
        <p:spPr>
          <a:xfrm>
            <a:off x="9785756" y="2586990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7" name="presenton-profile_description-slot-11 Placeholder Carrier"/>
          <p:cNvSpPr txBox="1"/>
          <p:nvPr>
            <p:ph type="body" idx="11"/>
          </p:nvPr>
        </p:nvSpPr>
        <p:spPr>
          <a:xfrm>
            <a:off x="9835401" y="2850832"/>
            <a:ext cx="5983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18" name="Polygon 18"/>
          <p:cNvSpPr/>
          <p:nvPr/>
        </p:nvSpPr>
        <p:spPr>
          <a:xfrm>
            <a:off x="6991350" y="3505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pic>
        <p:nvPicPr>
          <p:cNvPr id="19" name="presenton-image-slot-35 Placeholder Carrier"/>
          <p:cNvPicPr>
            <a:picLocks noChangeAspect="1"/>
          </p:cNvPicPr>
          <p:nvPr>
            <p:ph type="pic" idx="12"/>
          </p:nvPr>
        </p:nvPicPr>
        <p:blipFill>
          <a:blip r:embed="rId5"/>
          <a:srcRect l="12500" t="0" r="12500" b="0"/>
          <a:stretch>
            <a:fillRect/>
          </a:stretch>
        </p:blipFill>
        <p:spPr>
          <a:xfrm>
            <a:off x="6991350" y="3505200"/>
            <a:ext cx="1219200" cy="1219200"/>
          </a:xfrm>
          <a:prstGeom prst="rect">
            <a:avLst/>
          </a:prstGeom>
        </p:spPr>
      </p:pic>
      <p:sp>
        <p:nvSpPr>
          <p:cNvPr id="20" name="presenton-profile_name-slot-13 Placeholder Carrier"/>
          <p:cNvSpPr txBox="1"/>
          <p:nvPr>
            <p:ph type="body" idx="13"/>
          </p:nvPr>
        </p:nvSpPr>
        <p:spPr>
          <a:xfrm>
            <a:off x="7161962" y="4864418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1" name="presenton-profile_role-slot-14 Placeholder Carrier"/>
          <p:cNvSpPr txBox="1"/>
          <p:nvPr>
            <p:ph type="body" idx="14"/>
          </p:nvPr>
        </p:nvSpPr>
        <p:spPr>
          <a:xfrm>
            <a:off x="7261631" y="5125402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2" name="presenton-profile_description-slot-15 Placeholder Carrier"/>
          <p:cNvSpPr txBox="1"/>
          <p:nvPr>
            <p:ph type="body" idx="15"/>
          </p:nvPr>
        </p:nvSpPr>
        <p:spPr>
          <a:xfrm>
            <a:off x="7311276" y="5389245"/>
            <a:ext cx="5983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3" name="Polygon 23"/>
          <p:cNvSpPr/>
          <p:nvPr/>
        </p:nvSpPr>
        <p:spPr>
          <a:xfrm>
            <a:off x="9515475" y="3505200"/>
            <a:ext cx="1219200" cy="1219200"/>
          </a:xfrm>
          <a:custGeom>
            <a:avLst/>
            <a:gdLst/>
            <a:ahLst/>
            <a:cxnLst/>
            <a:rect l="l" t="t" r="r" b="b"/>
            <a:pathLst>
              <a:path w="1219200" h="1219200">
                <a:moveTo>
                  <a:pt x="0" y="0"/>
                </a:moveTo>
                <a:lnTo>
                  <a:pt x="1219200" y="0"/>
                </a:lnTo>
                <a:lnTo>
                  <a:pt x="1219200" y="1219200"/>
                </a:lnTo>
                <a:lnTo>
                  <a:pt x="0" y="1219200"/>
                </a:lnTo>
                <a:close/>
              </a:path>
            </a:pathLst>
          </a:custGeom>
          <a:solidFill>
            <a:srgbClr val="E5E7EB"/>
          </a:solidFill>
          <a:ln>
            <a:noFill/>
          </a:ln>
        </p:spPr>
      </p:sp>
      <p:pic>
        <p:nvPicPr>
          <p:cNvPr id="24" name="presenton-image-slot-36 Placeholder Carrier"/>
          <p:cNvPicPr>
            <a:picLocks noChangeAspect="1"/>
          </p:cNvPicPr>
          <p:nvPr>
            <p:ph type="pic" idx="16"/>
          </p:nvPr>
        </p:nvPicPr>
        <p:blipFill>
          <a:blip r:embed="rId6"/>
          <a:srcRect l="12500" t="0" r="12500" b="0"/>
          <a:stretch>
            <a:fillRect/>
          </a:stretch>
        </p:blipFill>
        <p:spPr>
          <a:xfrm>
            <a:off x="9515475" y="3505200"/>
            <a:ext cx="1219200" cy="1219200"/>
          </a:xfrm>
          <a:prstGeom prst="rect">
            <a:avLst/>
          </a:prstGeom>
        </p:spPr>
      </p:pic>
      <p:sp>
        <p:nvSpPr>
          <p:cNvPr id="25" name="presenton-profile_name-slot-17 Placeholder Carrier"/>
          <p:cNvSpPr txBox="1"/>
          <p:nvPr>
            <p:ph type="body" idx="17"/>
          </p:nvPr>
        </p:nvSpPr>
        <p:spPr>
          <a:xfrm>
            <a:off x="9686087" y="4864418"/>
            <a:ext cx="897026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350" dirty="0">
                <a:solidFill>
                  <a:srgbClr val="111827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6" name="presenton-profile_role-slot-18 Placeholder Carrier"/>
          <p:cNvSpPr txBox="1"/>
          <p:nvPr>
            <p:ph type="body" idx="18"/>
          </p:nvPr>
        </p:nvSpPr>
        <p:spPr>
          <a:xfrm>
            <a:off x="9785756" y="5125402"/>
            <a:ext cx="697687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105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  <p:sp>
        <p:nvSpPr>
          <p:cNvPr id="27" name="presenton-profile_description-slot-19 Placeholder Carrier"/>
          <p:cNvSpPr txBox="1"/>
          <p:nvPr>
            <p:ph type="body" idx="19"/>
          </p:nvPr>
        </p:nvSpPr>
        <p:spPr>
          <a:xfrm>
            <a:off x="9835401" y="5389245"/>
            <a:ext cx="598399" cy="1762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en-US" sz="900" dirty="0">
                <a:solidFill>
                  <a:srgbClr val="4B5563"/>
                </a:solidFill>
                <a:latin typeface="+mn-lt"/>
                <a:ea typeface="+mn-ea"/>
                <a:cs typeface="+mn-cs"/>
              </a:rPr>
              <a:t>{{BODY}}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334155"/>
      </a:dk1>
      <a:lt1>
        <a:srgbClr val="FFFFFF"/>
      </a:lt1>
      <a:dk2>
        <a:srgbClr val="334155"/>
      </a:dk2>
      <a:lt2>
        <a:srgbClr val="FFFFFF"/>
      </a:lt2>
      <a:accent1>
        <a:srgbClr val="1E4CD9"/>
      </a:accent1>
      <a:accent2>
        <a:srgbClr val="234CD9"/>
      </a:accent2>
      <a:accent3>
        <a:srgbClr val="234CD9"/>
      </a:accent3>
      <a:accent4>
        <a:srgbClr val="1E4CD9"/>
      </a:accent4>
      <a:accent5>
        <a:srgbClr val="4BACC6"/>
      </a:accent5>
      <a:accent6>
        <a:srgbClr val="F79646"/>
      </a:accent6>
      <a:hlink>
        <a:srgbClr val="234CD9"/>
      </a:hlink>
      <a:folHlink>
        <a:srgbClr val="234CD9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2026-08-03T22:49:41Z</dcterms:created>
  <dcterms:modified xsi:type="dcterms:W3CDTF">2026-08-03T22:49:41Z</dcterms:modified>
  <cp:category/>
  <cp:contentStatus/>
</cp:coreProperties>
</file>